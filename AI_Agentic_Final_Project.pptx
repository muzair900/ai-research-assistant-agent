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58" r:id="rId5"/>
    <p:sldId id="259" r:id="rId6"/>
    <p:sldId id="260" r:id="rId7"/>
    <p:sldId id="261" r:id="rId8"/>
    <p:sldId id="265" r:id="rId9"/>
    <p:sldId id="262"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7AC798-E43B-445B-856F-8EB1EC296565}" v="15" dt="2026-06-21T14:25:08.6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zair masood" userId="8f77c51eb5d336a9" providerId="LiveId" clId="{DD93D2FD-83B6-419A-80BD-39ACEB9C2DE7}"/>
    <pc:docChg chg="undo custSel addSld delSld modSld sldOrd">
      <pc:chgData name="uzair masood" userId="8f77c51eb5d336a9" providerId="LiveId" clId="{DD93D2FD-83B6-419A-80BD-39ACEB9C2DE7}" dt="2026-06-21T14:31:32.513" v="1848"/>
      <pc:docMkLst>
        <pc:docMk/>
      </pc:docMkLst>
      <pc:sldChg chg="modSp new mod">
        <pc:chgData name="uzair masood" userId="8f77c51eb5d336a9" providerId="LiveId" clId="{DD93D2FD-83B6-419A-80BD-39ACEB9C2DE7}" dt="2026-06-21T13:23:53.835" v="176" actId="20577"/>
        <pc:sldMkLst>
          <pc:docMk/>
          <pc:sldMk cId="1069606513" sldId="256"/>
        </pc:sldMkLst>
        <pc:spChg chg="mod">
          <ac:chgData name="uzair masood" userId="8f77c51eb5d336a9" providerId="LiveId" clId="{DD93D2FD-83B6-419A-80BD-39ACEB9C2DE7}" dt="2026-06-21T13:22:35.885" v="126" actId="20577"/>
          <ac:spMkLst>
            <pc:docMk/>
            <pc:sldMk cId="1069606513" sldId="256"/>
            <ac:spMk id="2" creationId="{209F14C5-EEBC-ACFF-80AD-565193332494}"/>
          </ac:spMkLst>
        </pc:spChg>
        <pc:spChg chg="mod">
          <ac:chgData name="uzair masood" userId="8f77c51eb5d336a9" providerId="LiveId" clId="{DD93D2FD-83B6-419A-80BD-39ACEB9C2DE7}" dt="2026-06-21T13:23:53.835" v="176" actId="20577"/>
          <ac:spMkLst>
            <pc:docMk/>
            <pc:sldMk cId="1069606513" sldId="256"/>
            <ac:spMk id="3" creationId="{9B4FBAB1-1CFE-127D-A3CD-FC22862CF666}"/>
          </ac:spMkLst>
        </pc:spChg>
      </pc:sldChg>
      <pc:sldChg chg="modSp del mod">
        <pc:chgData name="uzair masood" userId="8f77c51eb5d336a9" providerId="LiveId" clId="{DD93D2FD-83B6-419A-80BD-39ACEB9C2DE7}" dt="2026-06-21T13:21:56.969" v="90" actId="2696"/>
        <pc:sldMkLst>
          <pc:docMk/>
          <pc:sldMk cId="3163480431" sldId="256"/>
        </pc:sldMkLst>
        <pc:spChg chg="mod">
          <ac:chgData name="uzair masood" userId="8f77c51eb5d336a9" providerId="LiveId" clId="{DD93D2FD-83B6-419A-80BD-39ACEB9C2DE7}" dt="2026-06-21T13:21:52.741" v="89" actId="20577"/>
          <ac:spMkLst>
            <pc:docMk/>
            <pc:sldMk cId="3163480431" sldId="256"/>
            <ac:spMk id="2" creationId="{F7625C7B-0ED7-26D8-5945-3148182EE85B}"/>
          </ac:spMkLst>
        </pc:spChg>
      </pc:sldChg>
      <pc:sldChg chg="modSp new del mod">
        <pc:chgData name="uzair masood" userId="8f77c51eb5d336a9" providerId="LiveId" clId="{DD93D2FD-83B6-419A-80BD-39ACEB9C2DE7}" dt="2026-06-21T13:26:43.307" v="240" actId="2696"/>
        <pc:sldMkLst>
          <pc:docMk/>
          <pc:sldMk cId="407925499" sldId="257"/>
        </pc:sldMkLst>
        <pc:spChg chg="mod">
          <ac:chgData name="uzair masood" userId="8f77c51eb5d336a9" providerId="LiveId" clId="{DD93D2FD-83B6-419A-80BD-39ACEB9C2DE7}" dt="2026-06-21T13:25:20.126" v="194" actId="20577"/>
          <ac:spMkLst>
            <pc:docMk/>
            <pc:sldMk cId="407925499" sldId="257"/>
            <ac:spMk id="2" creationId="{C23A4CC9-4D38-4A37-CC82-C768BE0F9D76}"/>
          </ac:spMkLst>
        </pc:spChg>
        <pc:spChg chg="mod">
          <ac:chgData name="uzair masood" userId="8f77c51eb5d336a9" providerId="LiveId" clId="{DD93D2FD-83B6-419A-80BD-39ACEB9C2DE7}" dt="2026-06-21T13:26:35.902" v="239" actId="20577"/>
          <ac:spMkLst>
            <pc:docMk/>
            <pc:sldMk cId="407925499" sldId="257"/>
            <ac:spMk id="3" creationId="{2C422C4A-B1F5-23AB-F8A9-AEB466DA40C8}"/>
          </ac:spMkLst>
        </pc:spChg>
      </pc:sldChg>
      <pc:sldChg chg="modSp new mod">
        <pc:chgData name="uzair masood" userId="8f77c51eb5d336a9" providerId="LiveId" clId="{DD93D2FD-83B6-419A-80BD-39ACEB9C2DE7}" dt="2026-06-21T14:00:01.165" v="1220" actId="20577"/>
        <pc:sldMkLst>
          <pc:docMk/>
          <pc:sldMk cId="635667800" sldId="257"/>
        </pc:sldMkLst>
        <pc:spChg chg="mod">
          <ac:chgData name="uzair masood" userId="8f77c51eb5d336a9" providerId="LiveId" clId="{DD93D2FD-83B6-419A-80BD-39ACEB9C2DE7}" dt="2026-06-21T13:27:01.883" v="258" actId="20577"/>
          <ac:spMkLst>
            <pc:docMk/>
            <pc:sldMk cId="635667800" sldId="257"/>
            <ac:spMk id="2" creationId="{A3694173-701C-A5F0-4CF3-FF309C1CFBAF}"/>
          </ac:spMkLst>
        </pc:spChg>
        <pc:spChg chg="mod">
          <ac:chgData name="uzair masood" userId="8f77c51eb5d336a9" providerId="LiveId" clId="{DD93D2FD-83B6-419A-80BD-39ACEB9C2DE7}" dt="2026-06-21T14:00:01.165" v="1220" actId="20577"/>
          <ac:spMkLst>
            <pc:docMk/>
            <pc:sldMk cId="635667800" sldId="257"/>
            <ac:spMk id="3" creationId="{CB3B0F0D-194F-400A-736D-D9B58BAAD7DC}"/>
          </ac:spMkLst>
        </pc:spChg>
      </pc:sldChg>
      <pc:sldChg chg="del ord">
        <pc:chgData name="uzair masood" userId="8f77c51eb5d336a9" providerId="LiveId" clId="{DD93D2FD-83B6-419A-80BD-39ACEB9C2DE7}" dt="2026-06-21T13:21:39.256" v="69" actId="2696"/>
        <pc:sldMkLst>
          <pc:docMk/>
          <pc:sldMk cId="868892467" sldId="257"/>
        </pc:sldMkLst>
      </pc:sldChg>
      <pc:sldChg chg="modSp new mod">
        <pc:chgData name="uzair masood" userId="8f77c51eb5d336a9" providerId="LiveId" clId="{DD93D2FD-83B6-419A-80BD-39ACEB9C2DE7}" dt="2026-06-21T13:41:39.152" v="773" actId="20577"/>
        <pc:sldMkLst>
          <pc:docMk/>
          <pc:sldMk cId="1574812481" sldId="258"/>
        </pc:sldMkLst>
        <pc:spChg chg="mod">
          <ac:chgData name="uzair masood" userId="8f77c51eb5d336a9" providerId="LiveId" clId="{DD93D2FD-83B6-419A-80BD-39ACEB9C2DE7}" dt="2026-06-21T13:31:22.762" v="496" actId="20577"/>
          <ac:spMkLst>
            <pc:docMk/>
            <pc:sldMk cId="1574812481" sldId="258"/>
            <ac:spMk id="2" creationId="{CC958FEC-0858-FB46-86C0-2D7AA2ED10DB}"/>
          </ac:spMkLst>
        </pc:spChg>
        <pc:spChg chg="mod">
          <ac:chgData name="uzair masood" userId="8f77c51eb5d336a9" providerId="LiveId" clId="{DD93D2FD-83B6-419A-80BD-39ACEB9C2DE7}" dt="2026-06-21T13:41:39.152" v="773" actId="20577"/>
          <ac:spMkLst>
            <pc:docMk/>
            <pc:sldMk cId="1574812481" sldId="258"/>
            <ac:spMk id="3" creationId="{C5C776BF-BA11-0B2E-0A34-3352DB0B1C64}"/>
          </ac:spMkLst>
        </pc:spChg>
      </pc:sldChg>
      <pc:sldChg chg="del">
        <pc:chgData name="uzair masood" userId="8f77c51eb5d336a9" providerId="LiveId" clId="{DD93D2FD-83B6-419A-80BD-39ACEB9C2DE7}" dt="2026-06-21T13:22:00.301" v="91" actId="2696"/>
        <pc:sldMkLst>
          <pc:docMk/>
          <pc:sldMk cId="3753680522" sldId="258"/>
        </pc:sldMkLst>
      </pc:sldChg>
      <pc:sldChg chg="modSp new mod">
        <pc:chgData name="uzair masood" userId="8f77c51eb5d336a9" providerId="LiveId" clId="{DD93D2FD-83B6-419A-80BD-39ACEB9C2DE7}" dt="2026-06-21T13:47:27.263" v="975" actId="20577"/>
        <pc:sldMkLst>
          <pc:docMk/>
          <pc:sldMk cId="2034009324" sldId="259"/>
        </pc:sldMkLst>
        <pc:spChg chg="mod">
          <ac:chgData name="uzair masood" userId="8f77c51eb5d336a9" providerId="LiveId" clId="{DD93D2FD-83B6-419A-80BD-39ACEB9C2DE7}" dt="2026-06-21T13:42:26.442" v="804" actId="20577"/>
          <ac:spMkLst>
            <pc:docMk/>
            <pc:sldMk cId="2034009324" sldId="259"/>
            <ac:spMk id="2" creationId="{945284DE-6702-3D27-64B2-55072E7D2DC5}"/>
          </ac:spMkLst>
        </pc:spChg>
        <pc:spChg chg="mod">
          <ac:chgData name="uzair masood" userId="8f77c51eb5d336a9" providerId="LiveId" clId="{DD93D2FD-83B6-419A-80BD-39ACEB9C2DE7}" dt="2026-06-21T13:47:27.263" v="975" actId="20577"/>
          <ac:spMkLst>
            <pc:docMk/>
            <pc:sldMk cId="2034009324" sldId="259"/>
            <ac:spMk id="3" creationId="{AA4A9826-30F2-3F96-28DE-E144FE683EF9}"/>
          </ac:spMkLst>
        </pc:spChg>
      </pc:sldChg>
      <pc:sldChg chg="modSp new mod">
        <pc:chgData name="uzair masood" userId="8f77c51eb5d336a9" providerId="LiveId" clId="{DD93D2FD-83B6-419A-80BD-39ACEB9C2DE7}" dt="2026-06-21T13:50:40.406" v="1101" actId="20577"/>
        <pc:sldMkLst>
          <pc:docMk/>
          <pc:sldMk cId="693057118" sldId="260"/>
        </pc:sldMkLst>
        <pc:spChg chg="mod">
          <ac:chgData name="uzair masood" userId="8f77c51eb5d336a9" providerId="LiveId" clId="{DD93D2FD-83B6-419A-80BD-39ACEB9C2DE7}" dt="2026-06-21T13:48:59.921" v="1000" actId="20577"/>
          <ac:spMkLst>
            <pc:docMk/>
            <pc:sldMk cId="693057118" sldId="260"/>
            <ac:spMk id="2" creationId="{5AE76A22-0C2F-6A4F-8A0C-D163B6DCCA93}"/>
          </ac:spMkLst>
        </pc:spChg>
        <pc:spChg chg="mod">
          <ac:chgData name="uzair masood" userId="8f77c51eb5d336a9" providerId="LiveId" clId="{DD93D2FD-83B6-419A-80BD-39ACEB9C2DE7}" dt="2026-06-21T13:50:40.406" v="1101" actId="20577"/>
          <ac:spMkLst>
            <pc:docMk/>
            <pc:sldMk cId="693057118" sldId="260"/>
            <ac:spMk id="3" creationId="{5B00F184-C4A1-32C0-B0FA-C7FFF0D091C5}"/>
          </ac:spMkLst>
        </pc:spChg>
      </pc:sldChg>
      <pc:sldChg chg="modSp new mod">
        <pc:chgData name="uzair masood" userId="8f77c51eb5d336a9" providerId="LiveId" clId="{DD93D2FD-83B6-419A-80BD-39ACEB9C2DE7}" dt="2026-06-21T13:54:13.451" v="1170" actId="20577"/>
        <pc:sldMkLst>
          <pc:docMk/>
          <pc:sldMk cId="2882782488" sldId="261"/>
        </pc:sldMkLst>
        <pc:spChg chg="mod">
          <ac:chgData name="uzair masood" userId="8f77c51eb5d336a9" providerId="LiveId" clId="{DD93D2FD-83B6-419A-80BD-39ACEB9C2DE7}" dt="2026-06-21T13:52:45.091" v="1126" actId="20577"/>
          <ac:spMkLst>
            <pc:docMk/>
            <pc:sldMk cId="2882782488" sldId="261"/>
            <ac:spMk id="2" creationId="{FD4D5D5D-973B-4AC4-C6FE-F549628DF150}"/>
          </ac:spMkLst>
        </pc:spChg>
        <pc:spChg chg="mod">
          <ac:chgData name="uzair masood" userId="8f77c51eb5d336a9" providerId="LiveId" clId="{DD93D2FD-83B6-419A-80BD-39ACEB9C2DE7}" dt="2026-06-21T13:54:13.451" v="1170" actId="20577"/>
          <ac:spMkLst>
            <pc:docMk/>
            <pc:sldMk cId="2882782488" sldId="261"/>
            <ac:spMk id="3" creationId="{6A7BCB5E-2479-148A-98D0-3D3B698348CB}"/>
          </ac:spMkLst>
        </pc:spChg>
      </pc:sldChg>
      <pc:sldChg chg="modSp new mod ord">
        <pc:chgData name="uzair masood" userId="8f77c51eb5d336a9" providerId="LiveId" clId="{DD93D2FD-83B6-419A-80BD-39ACEB9C2DE7}" dt="2026-06-21T14:31:32.513" v="1848"/>
        <pc:sldMkLst>
          <pc:docMk/>
          <pc:sldMk cId="1586512313" sldId="262"/>
        </pc:sldMkLst>
        <pc:spChg chg="mod">
          <ac:chgData name="uzair masood" userId="8f77c51eb5d336a9" providerId="LiveId" clId="{DD93D2FD-83B6-419A-80BD-39ACEB9C2DE7}" dt="2026-06-21T14:18:32.118" v="1658" actId="20577"/>
          <ac:spMkLst>
            <pc:docMk/>
            <pc:sldMk cId="1586512313" sldId="262"/>
            <ac:spMk id="2" creationId="{0CB4C983-2DEC-D082-C1FB-46F644FDD746}"/>
          </ac:spMkLst>
        </pc:spChg>
        <pc:spChg chg="mod">
          <ac:chgData name="uzair masood" userId="8f77c51eb5d336a9" providerId="LiveId" clId="{DD93D2FD-83B6-419A-80BD-39ACEB9C2DE7}" dt="2026-06-21T14:03:34.284" v="1357" actId="12"/>
          <ac:spMkLst>
            <pc:docMk/>
            <pc:sldMk cId="1586512313" sldId="262"/>
            <ac:spMk id="3" creationId="{07AC0256-DB2E-4B01-4482-6883C9818AC7}"/>
          </ac:spMkLst>
        </pc:spChg>
      </pc:sldChg>
      <pc:sldChg chg="new del">
        <pc:chgData name="uzair masood" userId="8f77c51eb5d336a9" providerId="LiveId" clId="{DD93D2FD-83B6-419A-80BD-39ACEB9C2DE7}" dt="2026-06-21T13:58:14.146" v="1174" actId="2696"/>
        <pc:sldMkLst>
          <pc:docMk/>
          <pc:sldMk cId="3530250990" sldId="263"/>
        </pc:sldMkLst>
      </pc:sldChg>
      <pc:sldChg chg="modSp new mod">
        <pc:chgData name="uzair masood" userId="8f77c51eb5d336a9" providerId="LiveId" clId="{DD93D2FD-83B6-419A-80BD-39ACEB9C2DE7}" dt="2026-06-21T13:59:08.959" v="1190" actId="27636"/>
        <pc:sldMkLst>
          <pc:docMk/>
          <pc:sldMk cId="976395104" sldId="264"/>
        </pc:sldMkLst>
        <pc:spChg chg="mod">
          <ac:chgData name="uzair masood" userId="8f77c51eb5d336a9" providerId="LiveId" clId="{DD93D2FD-83B6-419A-80BD-39ACEB9C2DE7}" dt="2026-06-21T13:58:21.557" v="1187" actId="20577"/>
          <ac:spMkLst>
            <pc:docMk/>
            <pc:sldMk cId="976395104" sldId="264"/>
            <ac:spMk id="2" creationId="{9B52F1F2-EB8D-6584-F787-25818218ADE0}"/>
          </ac:spMkLst>
        </pc:spChg>
        <pc:spChg chg="mod">
          <ac:chgData name="uzair masood" userId="8f77c51eb5d336a9" providerId="LiveId" clId="{DD93D2FD-83B6-419A-80BD-39ACEB9C2DE7}" dt="2026-06-21T13:59:08.959" v="1190" actId="27636"/>
          <ac:spMkLst>
            <pc:docMk/>
            <pc:sldMk cId="976395104" sldId="264"/>
            <ac:spMk id="3" creationId="{50E5436F-CCB4-7E32-88F4-828C08DCCF78}"/>
          </ac:spMkLst>
        </pc:spChg>
      </pc:sldChg>
      <pc:sldChg chg="modSp new mod">
        <pc:chgData name="uzair masood" userId="8f77c51eb5d336a9" providerId="LiveId" clId="{DD93D2FD-83B6-419A-80BD-39ACEB9C2DE7}" dt="2026-06-21T14:04:32.234" v="1389" actId="20577"/>
        <pc:sldMkLst>
          <pc:docMk/>
          <pc:sldMk cId="910114065" sldId="265"/>
        </pc:sldMkLst>
        <pc:spChg chg="mod">
          <ac:chgData name="uzair masood" userId="8f77c51eb5d336a9" providerId="LiveId" clId="{DD93D2FD-83B6-419A-80BD-39ACEB9C2DE7}" dt="2026-06-21T14:03:59.925" v="1384" actId="20577"/>
          <ac:spMkLst>
            <pc:docMk/>
            <pc:sldMk cId="910114065" sldId="265"/>
            <ac:spMk id="2" creationId="{5D8604D8-3B49-7656-EA1E-391393FFAB65}"/>
          </ac:spMkLst>
        </pc:spChg>
        <pc:spChg chg="mod">
          <ac:chgData name="uzair masood" userId="8f77c51eb5d336a9" providerId="LiveId" clId="{DD93D2FD-83B6-419A-80BD-39ACEB9C2DE7}" dt="2026-06-21T14:04:32.234" v="1389" actId="20577"/>
          <ac:spMkLst>
            <pc:docMk/>
            <pc:sldMk cId="910114065" sldId="265"/>
            <ac:spMk id="3" creationId="{5B34D111-D6DA-439A-3781-131983DE5ECB}"/>
          </ac:spMkLst>
        </pc:spChg>
      </pc:sldChg>
      <pc:sldChg chg="modSp new mod">
        <pc:chgData name="uzair masood" userId="8f77c51eb5d336a9" providerId="LiveId" clId="{DD93D2FD-83B6-419A-80BD-39ACEB9C2DE7}" dt="2026-06-21T14:06:55.181" v="1431" actId="20577"/>
        <pc:sldMkLst>
          <pc:docMk/>
          <pc:sldMk cId="3102915499" sldId="266"/>
        </pc:sldMkLst>
        <pc:spChg chg="mod">
          <ac:chgData name="uzair masood" userId="8f77c51eb5d336a9" providerId="LiveId" clId="{DD93D2FD-83B6-419A-80BD-39ACEB9C2DE7}" dt="2026-06-21T14:05:55.033" v="1424" actId="20577"/>
          <ac:spMkLst>
            <pc:docMk/>
            <pc:sldMk cId="3102915499" sldId="266"/>
            <ac:spMk id="2" creationId="{8A290217-0820-0688-F4A6-EA92B50F0FFE}"/>
          </ac:spMkLst>
        </pc:spChg>
        <pc:spChg chg="mod">
          <ac:chgData name="uzair masood" userId="8f77c51eb5d336a9" providerId="LiveId" clId="{DD93D2FD-83B6-419A-80BD-39ACEB9C2DE7}" dt="2026-06-21T14:06:55.181" v="1431" actId="20577"/>
          <ac:spMkLst>
            <pc:docMk/>
            <pc:sldMk cId="3102915499" sldId="266"/>
            <ac:spMk id="3" creationId="{2C0B0AD0-52F9-84AB-FF18-6415AE3C0460}"/>
          </ac:spMkLst>
        </pc:spChg>
      </pc:sldChg>
      <pc:sldChg chg="modSp new mod">
        <pc:chgData name="uzair masood" userId="8f77c51eb5d336a9" providerId="LiveId" clId="{DD93D2FD-83B6-419A-80BD-39ACEB9C2DE7}" dt="2026-06-21T14:21:21.177" v="1689"/>
        <pc:sldMkLst>
          <pc:docMk/>
          <pc:sldMk cId="767984019" sldId="267"/>
        </pc:sldMkLst>
        <pc:spChg chg="mod">
          <ac:chgData name="uzair masood" userId="8f77c51eb5d336a9" providerId="LiveId" clId="{DD93D2FD-83B6-419A-80BD-39ACEB9C2DE7}" dt="2026-06-21T14:07:28.334" v="1450" actId="20577"/>
          <ac:spMkLst>
            <pc:docMk/>
            <pc:sldMk cId="767984019" sldId="267"/>
            <ac:spMk id="2" creationId="{82F1A69F-4029-E815-61D9-9C18B2D08854}"/>
          </ac:spMkLst>
        </pc:spChg>
        <pc:spChg chg="mod">
          <ac:chgData name="uzair masood" userId="8f77c51eb5d336a9" providerId="LiveId" clId="{DD93D2FD-83B6-419A-80BD-39ACEB9C2DE7}" dt="2026-06-21T14:21:21.177" v="1689"/>
          <ac:spMkLst>
            <pc:docMk/>
            <pc:sldMk cId="767984019" sldId="267"/>
            <ac:spMk id="3" creationId="{548C238E-BFE9-E41D-54B2-5D2A06B4742C}"/>
          </ac:spMkLst>
        </pc:spChg>
      </pc:sldChg>
      <pc:sldChg chg="modSp new mod">
        <pc:chgData name="uzair masood" userId="8f77c51eb5d336a9" providerId="LiveId" clId="{DD93D2FD-83B6-419A-80BD-39ACEB9C2DE7}" dt="2026-06-21T14:19:24.125" v="1663" actId="5793"/>
        <pc:sldMkLst>
          <pc:docMk/>
          <pc:sldMk cId="3279483722" sldId="268"/>
        </pc:sldMkLst>
        <pc:spChg chg="mod">
          <ac:chgData name="uzair masood" userId="8f77c51eb5d336a9" providerId="LiveId" clId="{DD93D2FD-83B6-419A-80BD-39ACEB9C2DE7}" dt="2026-06-21T14:10:05.320" v="1510" actId="20577"/>
          <ac:spMkLst>
            <pc:docMk/>
            <pc:sldMk cId="3279483722" sldId="268"/>
            <ac:spMk id="2" creationId="{34FEE18F-6FAE-BC93-2FE8-434995128241}"/>
          </ac:spMkLst>
        </pc:spChg>
        <pc:spChg chg="mod">
          <ac:chgData name="uzair masood" userId="8f77c51eb5d336a9" providerId="LiveId" clId="{DD93D2FD-83B6-419A-80BD-39ACEB9C2DE7}" dt="2026-06-21T14:19:24.125" v="1663" actId="5793"/>
          <ac:spMkLst>
            <pc:docMk/>
            <pc:sldMk cId="3279483722" sldId="268"/>
            <ac:spMk id="3" creationId="{32A435FD-985B-B493-709C-050FE409AB86}"/>
          </ac:spMkLst>
        </pc:spChg>
      </pc:sldChg>
      <pc:sldChg chg="modSp new mod">
        <pc:chgData name="uzair masood" userId="8f77c51eb5d336a9" providerId="LiveId" clId="{DD93D2FD-83B6-419A-80BD-39ACEB9C2DE7}" dt="2026-06-21T14:17:58.415" v="1656" actId="20577"/>
        <pc:sldMkLst>
          <pc:docMk/>
          <pc:sldMk cId="694775022" sldId="269"/>
        </pc:sldMkLst>
        <pc:spChg chg="mod">
          <ac:chgData name="uzair masood" userId="8f77c51eb5d336a9" providerId="LiveId" clId="{DD93D2FD-83B6-419A-80BD-39ACEB9C2DE7}" dt="2026-06-21T14:17:58.415" v="1656" actId="20577"/>
          <ac:spMkLst>
            <pc:docMk/>
            <pc:sldMk cId="694775022" sldId="269"/>
            <ac:spMk id="2" creationId="{CB0249F1-CA1B-2A24-A8A6-0EDB9D1CAC64}"/>
          </ac:spMkLst>
        </pc:spChg>
        <pc:spChg chg="mod">
          <ac:chgData name="uzair masood" userId="8f77c51eb5d336a9" providerId="LiveId" clId="{DD93D2FD-83B6-419A-80BD-39ACEB9C2DE7}" dt="2026-06-21T14:12:30.208" v="1643" actId="20577"/>
          <ac:spMkLst>
            <pc:docMk/>
            <pc:sldMk cId="694775022" sldId="269"/>
            <ac:spMk id="3" creationId="{A7C3ADC9-BE76-DB4E-2BAE-5BF7E39B0F7C}"/>
          </ac:spMkLst>
        </pc:spChg>
      </pc:sldChg>
      <pc:sldChg chg="modSp new mod">
        <pc:chgData name="uzair masood" userId="8f77c51eb5d336a9" providerId="LiveId" clId="{DD93D2FD-83B6-419A-80BD-39ACEB9C2DE7}" dt="2026-06-21T14:17:51.566" v="1653" actId="5793"/>
        <pc:sldMkLst>
          <pc:docMk/>
          <pc:sldMk cId="1540205492" sldId="270"/>
        </pc:sldMkLst>
        <pc:spChg chg="mod">
          <ac:chgData name="uzair masood" userId="8f77c51eb5d336a9" providerId="LiveId" clId="{DD93D2FD-83B6-419A-80BD-39ACEB9C2DE7}" dt="2026-06-21T14:16:15.863" v="1651" actId="20577"/>
          <ac:spMkLst>
            <pc:docMk/>
            <pc:sldMk cId="1540205492" sldId="270"/>
            <ac:spMk id="2" creationId="{65D4CA25-30BB-FBC3-5C0A-12F3BB26C166}"/>
          </ac:spMkLst>
        </pc:spChg>
        <pc:spChg chg="mod">
          <ac:chgData name="uzair masood" userId="8f77c51eb5d336a9" providerId="LiveId" clId="{DD93D2FD-83B6-419A-80BD-39ACEB9C2DE7}" dt="2026-06-21T14:17:51.566" v="1653" actId="5793"/>
          <ac:spMkLst>
            <pc:docMk/>
            <pc:sldMk cId="1540205492" sldId="270"/>
            <ac:spMk id="3" creationId="{8AAF6E08-EF50-635F-BDAE-C67B76A80DB8}"/>
          </ac:spMkLst>
        </pc:spChg>
      </pc:sldChg>
      <pc:sldChg chg="modSp new mod ord">
        <pc:chgData name="uzair masood" userId="8f77c51eb5d336a9" providerId="LiveId" clId="{DD93D2FD-83B6-419A-80BD-39ACEB9C2DE7}" dt="2026-06-21T14:23:49.193" v="1780" actId="27636"/>
        <pc:sldMkLst>
          <pc:docMk/>
          <pc:sldMk cId="3775717640" sldId="271"/>
        </pc:sldMkLst>
        <pc:spChg chg="mod">
          <ac:chgData name="uzair masood" userId="8f77c51eb5d336a9" providerId="LiveId" clId="{DD93D2FD-83B6-419A-80BD-39ACEB9C2DE7}" dt="2026-06-21T14:22:56.634" v="1756" actId="20577"/>
          <ac:spMkLst>
            <pc:docMk/>
            <pc:sldMk cId="3775717640" sldId="271"/>
            <ac:spMk id="2" creationId="{DAADA15E-400C-C3DE-4FBC-F943A4FFC070}"/>
          </ac:spMkLst>
        </pc:spChg>
        <pc:spChg chg="mod">
          <ac:chgData name="uzair masood" userId="8f77c51eb5d336a9" providerId="LiveId" clId="{DD93D2FD-83B6-419A-80BD-39ACEB9C2DE7}" dt="2026-06-21T14:23:49.193" v="1780" actId="27636"/>
          <ac:spMkLst>
            <pc:docMk/>
            <pc:sldMk cId="3775717640" sldId="271"/>
            <ac:spMk id="3" creationId="{53E150B9-B803-0DF5-078E-55EC02C1B6C0}"/>
          </ac:spMkLst>
        </pc:spChg>
      </pc:sldChg>
      <pc:sldChg chg="modSp new mod">
        <pc:chgData name="uzair masood" userId="8f77c51eb5d336a9" providerId="LiveId" clId="{DD93D2FD-83B6-419A-80BD-39ACEB9C2DE7}" dt="2026-06-21T14:25:11.641" v="1793" actId="5793"/>
        <pc:sldMkLst>
          <pc:docMk/>
          <pc:sldMk cId="1000512788" sldId="272"/>
        </pc:sldMkLst>
        <pc:spChg chg="mod">
          <ac:chgData name="uzair masood" userId="8f77c51eb5d336a9" providerId="LiveId" clId="{DD93D2FD-83B6-419A-80BD-39ACEB9C2DE7}" dt="2026-06-21T14:24:29.739" v="1791" actId="20577"/>
          <ac:spMkLst>
            <pc:docMk/>
            <pc:sldMk cId="1000512788" sldId="272"/>
            <ac:spMk id="2" creationId="{F2A53D10-BDCE-4CE6-68BC-913B2EA5EDE5}"/>
          </ac:spMkLst>
        </pc:spChg>
        <pc:spChg chg="mod">
          <ac:chgData name="uzair masood" userId="8f77c51eb5d336a9" providerId="LiveId" clId="{DD93D2FD-83B6-419A-80BD-39ACEB9C2DE7}" dt="2026-06-21T14:25:11.641" v="1793" actId="5793"/>
          <ac:spMkLst>
            <pc:docMk/>
            <pc:sldMk cId="1000512788" sldId="272"/>
            <ac:spMk id="3" creationId="{0B6B0F86-3309-87DA-3907-203EBDEC5D4E}"/>
          </ac:spMkLst>
        </pc:spChg>
      </pc:sldChg>
      <pc:sldChg chg="addSp delSp modSp new mod">
        <pc:chgData name="uzair masood" userId="8f77c51eb5d336a9" providerId="LiveId" clId="{DD93D2FD-83B6-419A-80BD-39ACEB9C2DE7}" dt="2026-06-21T14:26:45.414" v="1826" actId="20577"/>
        <pc:sldMkLst>
          <pc:docMk/>
          <pc:sldMk cId="906412621" sldId="273"/>
        </pc:sldMkLst>
        <pc:spChg chg="mod">
          <ac:chgData name="uzair masood" userId="8f77c51eb5d336a9" providerId="LiveId" clId="{DD93D2FD-83B6-419A-80BD-39ACEB9C2DE7}" dt="2026-06-21T14:26:45.414" v="1826" actId="20577"/>
          <ac:spMkLst>
            <pc:docMk/>
            <pc:sldMk cId="906412621" sldId="273"/>
            <ac:spMk id="2" creationId="{C71E6DC9-CB02-C645-5009-2048AA0D06F1}"/>
          </ac:spMkLst>
        </pc:spChg>
        <pc:spChg chg="del">
          <ac:chgData name="uzair masood" userId="8f77c51eb5d336a9" providerId="LiveId" clId="{DD93D2FD-83B6-419A-80BD-39ACEB9C2DE7}" dt="2026-06-21T14:26:13.777" v="1803" actId="931"/>
          <ac:spMkLst>
            <pc:docMk/>
            <pc:sldMk cId="906412621" sldId="273"/>
            <ac:spMk id="3" creationId="{ACFAE56A-3699-0E14-10C9-AAC86E4A64A1}"/>
          </ac:spMkLst>
        </pc:spChg>
        <pc:picChg chg="add mod ord">
          <ac:chgData name="uzair masood" userId="8f77c51eb5d336a9" providerId="LiveId" clId="{DD93D2FD-83B6-419A-80BD-39ACEB9C2DE7}" dt="2026-06-21T14:26:13.777" v="1803" actId="931"/>
          <ac:picMkLst>
            <pc:docMk/>
            <pc:sldMk cId="906412621" sldId="273"/>
            <ac:picMk id="5" creationId="{80FAA834-FDBD-C151-EB3C-45A5AECE02D1}"/>
          </ac:picMkLst>
        </pc:picChg>
      </pc:sldChg>
      <pc:sldChg chg="addSp delSp modSp new del mod">
        <pc:chgData name="uzair masood" userId="8f77c51eb5d336a9" providerId="LiveId" clId="{DD93D2FD-83B6-419A-80BD-39ACEB9C2DE7}" dt="2026-06-21T14:29:53.271" v="1844" actId="2696"/>
        <pc:sldMkLst>
          <pc:docMk/>
          <pc:sldMk cId="1491193261" sldId="274"/>
        </pc:sldMkLst>
        <pc:spChg chg="mod">
          <ac:chgData name="uzair masood" userId="8f77c51eb5d336a9" providerId="LiveId" clId="{DD93D2FD-83B6-419A-80BD-39ACEB9C2DE7}" dt="2026-06-21T14:27:13.722" v="1835" actId="20577"/>
          <ac:spMkLst>
            <pc:docMk/>
            <pc:sldMk cId="1491193261" sldId="274"/>
            <ac:spMk id="2" creationId="{7C11DF6D-E539-D02B-7A55-5CE5D49D78E4}"/>
          </ac:spMkLst>
        </pc:spChg>
        <pc:spChg chg="del">
          <ac:chgData name="uzair masood" userId="8f77c51eb5d336a9" providerId="LiveId" clId="{DD93D2FD-83B6-419A-80BD-39ACEB9C2DE7}" dt="2026-06-21T14:28:10.930" v="1836" actId="931"/>
          <ac:spMkLst>
            <pc:docMk/>
            <pc:sldMk cId="1491193261" sldId="274"/>
            <ac:spMk id="3" creationId="{DD9E5D12-B0F5-324A-DDDE-70E7AD50E351}"/>
          </ac:spMkLst>
        </pc:spChg>
        <pc:spChg chg="add mod">
          <ac:chgData name="uzair masood" userId="8f77c51eb5d336a9" providerId="LiveId" clId="{DD93D2FD-83B6-419A-80BD-39ACEB9C2DE7}" dt="2026-06-21T14:28:41.902" v="1843" actId="21"/>
          <ac:spMkLst>
            <pc:docMk/>
            <pc:sldMk cId="1491193261" sldId="274"/>
            <ac:spMk id="7" creationId="{E8DCF318-547B-3DA7-6B5C-51CF4F3B446D}"/>
          </ac:spMkLst>
        </pc:spChg>
        <pc:picChg chg="add del mod ord">
          <ac:chgData name="uzair masood" userId="8f77c51eb5d336a9" providerId="LiveId" clId="{DD93D2FD-83B6-419A-80BD-39ACEB9C2DE7}" dt="2026-06-21T14:28:41.902" v="1843" actId="21"/>
          <ac:picMkLst>
            <pc:docMk/>
            <pc:sldMk cId="1491193261" sldId="274"/>
            <ac:picMk id="5" creationId="{50196A7D-4D9F-A515-4B10-3A151BD193D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C7C72-FBCD-1488-AB45-392630036B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46EB5395-1E7B-60DC-E68E-5ECC150AE1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9922A46-BD95-EA52-5BA5-478BE6F3F376}"/>
              </a:ext>
            </a:extLst>
          </p:cNvPr>
          <p:cNvSpPr>
            <a:spLocks noGrp="1"/>
          </p:cNvSpPr>
          <p:nvPr>
            <p:ph type="dt" sz="half" idx="10"/>
          </p:nvPr>
        </p:nvSpPr>
        <p:spPr/>
        <p:txBody>
          <a:bodyPr/>
          <a:lstStyle/>
          <a:p>
            <a:fld id="{3158EEDC-3D93-4776-98D2-D1B47C56251F}" type="datetimeFigureOut">
              <a:rPr lang="en-PK" smtClean="0"/>
              <a:t>21/06/2026</a:t>
            </a:fld>
            <a:endParaRPr lang="en-PK"/>
          </a:p>
        </p:txBody>
      </p:sp>
      <p:sp>
        <p:nvSpPr>
          <p:cNvPr id="5" name="Footer Placeholder 4">
            <a:extLst>
              <a:ext uri="{FF2B5EF4-FFF2-40B4-BE49-F238E27FC236}">
                <a16:creationId xmlns:a16="http://schemas.microsoft.com/office/drawing/2014/main" id="{7EC35CFB-0EBD-C83F-0C75-F387C38F24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81DE99AF-A36B-6599-FB1B-04124E25C274}"/>
              </a:ext>
            </a:extLst>
          </p:cNvPr>
          <p:cNvSpPr>
            <a:spLocks noGrp="1"/>
          </p:cNvSpPr>
          <p:nvPr>
            <p:ph type="sldNum" sz="quarter" idx="12"/>
          </p:nvPr>
        </p:nvSpPr>
        <p:spPr/>
        <p:txBody>
          <a:bodyPr/>
          <a:lstStyle/>
          <a:p>
            <a:fld id="{1E06CB64-26C4-4CD0-99B1-879C5EBBDABA}" type="slidenum">
              <a:rPr lang="en-PK" smtClean="0"/>
              <a:t>‹#›</a:t>
            </a:fld>
            <a:endParaRPr lang="en-PK"/>
          </a:p>
        </p:txBody>
      </p:sp>
    </p:spTree>
    <p:extLst>
      <p:ext uri="{BB962C8B-B14F-4D97-AF65-F5344CB8AC3E}">
        <p14:creationId xmlns:p14="http://schemas.microsoft.com/office/powerpoint/2010/main" val="2875783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3C5B0-7BCA-2095-1040-E8722E99742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146A1B1-0A22-76DD-6650-8C1FB06DFE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D984468-D47D-511C-A0E4-8CB47C263BE3}"/>
              </a:ext>
            </a:extLst>
          </p:cNvPr>
          <p:cNvSpPr>
            <a:spLocks noGrp="1"/>
          </p:cNvSpPr>
          <p:nvPr>
            <p:ph type="dt" sz="half" idx="10"/>
          </p:nvPr>
        </p:nvSpPr>
        <p:spPr/>
        <p:txBody>
          <a:bodyPr/>
          <a:lstStyle/>
          <a:p>
            <a:fld id="{3158EEDC-3D93-4776-98D2-D1B47C56251F}" type="datetimeFigureOut">
              <a:rPr lang="en-PK" smtClean="0"/>
              <a:t>21/06/2026</a:t>
            </a:fld>
            <a:endParaRPr lang="en-PK"/>
          </a:p>
        </p:txBody>
      </p:sp>
      <p:sp>
        <p:nvSpPr>
          <p:cNvPr id="5" name="Footer Placeholder 4">
            <a:extLst>
              <a:ext uri="{FF2B5EF4-FFF2-40B4-BE49-F238E27FC236}">
                <a16:creationId xmlns:a16="http://schemas.microsoft.com/office/drawing/2014/main" id="{6FDC5CA1-5331-8982-3C09-1CA40AE70B6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FF7F881-B018-6A71-D091-17B2655C8E82}"/>
              </a:ext>
            </a:extLst>
          </p:cNvPr>
          <p:cNvSpPr>
            <a:spLocks noGrp="1"/>
          </p:cNvSpPr>
          <p:nvPr>
            <p:ph type="sldNum" sz="quarter" idx="12"/>
          </p:nvPr>
        </p:nvSpPr>
        <p:spPr/>
        <p:txBody>
          <a:bodyPr/>
          <a:lstStyle/>
          <a:p>
            <a:fld id="{1E06CB64-26C4-4CD0-99B1-879C5EBBDABA}" type="slidenum">
              <a:rPr lang="en-PK" smtClean="0"/>
              <a:t>‹#›</a:t>
            </a:fld>
            <a:endParaRPr lang="en-PK"/>
          </a:p>
        </p:txBody>
      </p:sp>
    </p:spTree>
    <p:extLst>
      <p:ext uri="{BB962C8B-B14F-4D97-AF65-F5344CB8AC3E}">
        <p14:creationId xmlns:p14="http://schemas.microsoft.com/office/powerpoint/2010/main" val="3657643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B5D9F-8083-2B39-5C54-1D3F1F46A4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1C4BF53-4445-53D3-9F60-D148E11CEE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52A1E5-9DB3-EDBC-44C6-774E7166E9D7}"/>
              </a:ext>
            </a:extLst>
          </p:cNvPr>
          <p:cNvSpPr>
            <a:spLocks noGrp="1"/>
          </p:cNvSpPr>
          <p:nvPr>
            <p:ph type="dt" sz="half" idx="10"/>
          </p:nvPr>
        </p:nvSpPr>
        <p:spPr/>
        <p:txBody>
          <a:bodyPr/>
          <a:lstStyle/>
          <a:p>
            <a:fld id="{3158EEDC-3D93-4776-98D2-D1B47C56251F}" type="datetimeFigureOut">
              <a:rPr lang="en-PK" smtClean="0"/>
              <a:t>21/06/2026</a:t>
            </a:fld>
            <a:endParaRPr lang="en-PK"/>
          </a:p>
        </p:txBody>
      </p:sp>
      <p:sp>
        <p:nvSpPr>
          <p:cNvPr id="5" name="Footer Placeholder 4">
            <a:extLst>
              <a:ext uri="{FF2B5EF4-FFF2-40B4-BE49-F238E27FC236}">
                <a16:creationId xmlns:a16="http://schemas.microsoft.com/office/drawing/2014/main" id="{22A7FD6A-BE87-925E-89E2-C15BF51AC7E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16225F-6D28-91B1-61DA-4EC50BAC7DB5}"/>
              </a:ext>
            </a:extLst>
          </p:cNvPr>
          <p:cNvSpPr>
            <a:spLocks noGrp="1"/>
          </p:cNvSpPr>
          <p:nvPr>
            <p:ph type="sldNum" sz="quarter" idx="12"/>
          </p:nvPr>
        </p:nvSpPr>
        <p:spPr/>
        <p:txBody>
          <a:bodyPr/>
          <a:lstStyle/>
          <a:p>
            <a:fld id="{1E06CB64-26C4-4CD0-99B1-879C5EBBDABA}" type="slidenum">
              <a:rPr lang="en-PK" smtClean="0"/>
              <a:t>‹#›</a:t>
            </a:fld>
            <a:endParaRPr lang="en-PK"/>
          </a:p>
        </p:txBody>
      </p:sp>
    </p:spTree>
    <p:extLst>
      <p:ext uri="{BB962C8B-B14F-4D97-AF65-F5344CB8AC3E}">
        <p14:creationId xmlns:p14="http://schemas.microsoft.com/office/powerpoint/2010/main" val="1613279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FA39-7C67-440D-32A2-1E0B606C50D1}"/>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9A282E7-3396-20C3-615B-0D389F7444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2BF413AE-233A-E15C-E911-A993B3815F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A484A9A9-5421-47E5-3DB0-4C62B2F77A01}"/>
              </a:ext>
            </a:extLst>
          </p:cNvPr>
          <p:cNvSpPr>
            <a:spLocks noGrp="1"/>
          </p:cNvSpPr>
          <p:nvPr>
            <p:ph type="dt" sz="half" idx="10"/>
          </p:nvPr>
        </p:nvSpPr>
        <p:spPr/>
        <p:txBody>
          <a:bodyPr/>
          <a:lstStyle/>
          <a:p>
            <a:fld id="{3158EEDC-3D93-4776-98D2-D1B47C56251F}" type="datetimeFigureOut">
              <a:rPr lang="en-PK" smtClean="0"/>
              <a:t>21/06/2026</a:t>
            </a:fld>
            <a:endParaRPr lang="en-PK"/>
          </a:p>
        </p:txBody>
      </p:sp>
      <p:sp>
        <p:nvSpPr>
          <p:cNvPr id="6" name="Footer Placeholder 5">
            <a:extLst>
              <a:ext uri="{FF2B5EF4-FFF2-40B4-BE49-F238E27FC236}">
                <a16:creationId xmlns:a16="http://schemas.microsoft.com/office/drawing/2014/main" id="{DE236168-00EA-E902-52A6-0362E859AFE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0E506C4-3E2D-A95A-1F23-7ECA8A29F600}"/>
              </a:ext>
            </a:extLst>
          </p:cNvPr>
          <p:cNvSpPr>
            <a:spLocks noGrp="1"/>
          </p:cNvSpPr>
          <p:nvPr>
            <p:ph type="sldNum" sz="quarter" idx="12"/>
          </p:nvPr>
        </p:nvSpPr>
        <p:spPr/>
        <p:txBody>
          <a:bodyPr/>
          <a:lstStyle/>
          <a:p>
            <a:fld id="{1E06CB64-26C4-4CD0-99B1-879C5EBBDABA}" type="slidenum">
              <a:rPr lang="en-PK" smtClean="0"/>
              <a:t>‹#›</a:t>
            </a:fld>
            <a:endParaRPr lang="en-PK"/>
          </a:p>
        </p:txBody>
      </p:sp>
    </p:spTree>
    <p:extLst>
      <p:ext uri="{BB962C8B-B14F-4D97-AF65-F5344CB8AC3E}">
        <p14:creationId xmlns:p14="http://schemas.microsoft.com/office/powerpoint/2010/main" val="2952740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B2060-320A-C26D-A7C0-4A48418F1BB8}"/>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43507598-F10A-AE8A-A984-C4AD1DA904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584E94-38B2-F8FF-3F0F-6C36385E89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C88D6BFC-A16E-16DC-FB7D-85BBB91B2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3C88D2-6C10-2391-1A29-C2054BF333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B240E271-A983-291B-91F2-57EEEBC7E133}"/>
              </a:ext>
            </a:extLst>
          </p:cNvPr>
          <p:cNvSpPr>
            <a:spLocks noGrp="1"/>
          </p:cNvSpPr>
          <p:nvPr>
            <p:ph type="dt" sz="half" idx="10"/>
          </p:nvPr>
        </p:nvSpPr>
        <p:spPr/>
        <p:txBody>
          <a:bodyPr/>
          <a:lstStyle/>
          <a:p>
            <a:fld id="{3158EEDC-3D93-4776-98D2-D1B47C56251F}" type="datetimeFigureOut">
              <a:rPr lang="en-PK" smtClean="0"/>
              <a:t>21/06/2026</a:t>
            </a:fld>
            <a:endParaRPr lang="en-PK"/>
          </a:p>
        </p:txBody>
      </p:sp>
      <p:sp>
        <p:nvSpPr>
          <p:cNvPr id="8" name="Footer Placeholder 7">
            <a:extLst>
              <a:ext uri="{FF2B5EF4-FFF2-40B4-BE49-F238E27FC236}">
                <a16:creationId xmlns:a16="http://schemas.microsoft.com/office/drawing/2014/main" id="{40D30146-15F3-4AE6-8A30-FEBFA8F46C81}"/>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E3736095-59FA-D9F9-83D7-B5AB7725E6A7}"/>
              </a:ext>
            </a:extLst>
          </p:cNvPr>
          <p:cNvSpPr>
            <a:spLocks noGrp="1"/>
          </p:cNvSpPr>
          <p:nvPr>
            <p:ph type="sldNum" sz="quarter" idx="12"/>
          </p:nvPr>
        </p:nvSpPr>
        <p:spPr/>
        <p:txBody>
          <a:bodyPr/>
          <a:lstStyle/>
          <a:p>
            <a:fld id="{1E06CB64-26C4-4CD0-99B1-879C5EBBDABA}" type="slidenum">
              <a:rPr lang="en-PK" smtClean="0"/>
              <a:t>‹#›</a:t>
            </a:fld>
            <a:endParaRPr lang="en-PK"/>
          </a:p>
        </p:txBody>
      </p:sp>
    </p:spTree>
    <p:extLst>
      <p:ext uri="{BB962C8B-B14F-4D97-AF65-F5344CB8AC3E}">
        <p14:creationId xmlns:p14="http://schemas.microsoft.com/office/powerpoint/2010/main" val="2882872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FB675-F569-C007-4E05-DFC39CC8D80E}"/>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07487645-D553-F1E7-1DAD-84E076090C64}"/>
              </a:ext>
            </a:extLst>
          </p:cNvPr>
          <p:cNvSpPr>
            <a:spLocks noGrp="1"/>
          </p:cNvSpPr>
          <p:nvPr>
            <p:ph type="dt" sz="half" idx="10"/>
          </p:nvPr>
        </p:nvSpPr>
        <p:spPr/>
        <p:txBody>
          <a:bodyPr/>
          <a:lstStyle/>
          <a:p>
            <a:fld id="{3158EEDC-3D93-4776-98D2-D1B47C56251F}" type="datetimeFigureOut">
              <a:rPr lang="en-PK" smtClean="0"/>
              <a:t>21/06/2026</a:t>
            </a:fld>
            <a:endParaRPr lang="en-PK"/>
          </a:p>
        </p:txBody>
      </p:sp>
      <p:sp>
        <p:nvSpPr>
          <p:cNvPr id="4" name="Footer Placeholder 3">
            <a:extLst>
              <a:ext uri="{FF2B5EF4-FFF2-40B4-BE49-F238E27FC236}">
                <a16:creationId xmlns:a16="http://schemas.microsoft.com/office/drawing/2014/main" id="{CB98E6F3-7F63-554F-4407-C9D4E0FFC0C3}"/>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CB2DFB2C-49BE-2203-51F6-0A6AACEC658A}"/>
              </a:ext>
            </a:extLst>
          </p:cNvPr>
          <p:cNvSpPr>
            <a:spLocks noGrp="1"/>
          </p:cNvSpPr>
          <p:nvPr>
            <p:ph type="sldNum" sz="quarter" idx="12"/>
          </p:nvPr>
        </p:nvSpPr>
        <p:spPr/>
        <p:txBody>
          <a:bodyPr/>
          <a:lstStyle/>
          <a:p>
            <a:fld id="{1E06CB64-26C4-4CD0-99B1-879C5EBBDABA}" type="slidenum">
              <a:rPr lang="en-PK" smtClean="0"/>
              <a:t>‹#›</a:t>
            </a:fld>
            <a:endParaRPr lang="en-PK"/>
          </a:p>
        </p:txBody>
      </p:sp>
    </p:spTree>
    <p:extLst>
      <p:ext uri="{BB962C8B-B14F-4D97-AF65-F5344CB8AC3E}">
        <p14:creationId xmlns:p14="http://schemas.microsoft.com/office/powerpoint/2010/main" val="3811916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122618-2179-86D9-F955-28AA97F15549}"/>
              </a:ext>
            </a:extLst>
          </p:cNvPr>
          <p:cNvSpPr>
            <a:spLocks noGrp="1"/>
          </p:cNvSpPr>
          <p:nvPr>
            <p:ph type="dt" sz="half" idx="10"/>
          </p:nvPr>
        </p:nvSpPr>
        <p:spPr/>
        <p:txBody>
          <a:bodyPr/>
          <a:lstStyle/>
          <a:p>
            <a:fld id="{3158EEDC-3D93-4776-98D2-D1B47C56251F}" type="datetimeFigureOut">
              <a:rPr lang="en-PK" smtClean="0"/>
              <a:t>21/06/2026</a:t>
            </a:fld>
            <a:endParaRPr lang="en-PK"/>
          </a:p>
        </p:txBody>
      </p:sp>
      <p:sp>
        <p:nvSpPr>
          <p:cNvPr id="3" name="Footer Placeholder 2">
            <a:extLst>
              <a:ext uri="{FF2B5EF4-FFF2-40B4-BE49-F238E27FC236}">
                <a16:creationId xmlns:a16="http://schemas.microsoft.com/office/drawing/2014/main" id="{23D9AE4D-5F1D-8A12-34C3-FDB1DD70F453}"/>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101DB6F9-A6BB-C9A1-D551-8C2B315AB6DD}"/>
              </a:ext>
            </a:extLst>
          </p:cNvPr>
          <p:cNvSpPr>
            <a:spLocks noGrp="1"/>
          </p:cNvSpPr>
          <p:nvPr>
            <p:ph type="sldNum" sz="quarter" idx="12"/>
          </p:nvPr>
        </p:nvSpPr>
        <p:spPr/>
        <p:txBody>
          <a:bodyPr/>
          <a:lstStyle/>
          <a:p>
            <a:fld id="{1E06CB64-26C4-4CD0-99B1-879C5EBBDABA}" type="slidenum">
              <a:rPr lang="en-PK" smtClean="0"/>
              <a:t>‹#›</a:t>
            </a:fld>
            <a:endParaRPr lang="en-PK"/>
          </a:p>
        </p:txBody>
      </p:sp>
    </p:spTree>
    <p:extLst>
      <p:ext uri="{BB962C8B-B14F-4D97-AF65-F5344CB8AC3E}">
        <p14:creationId xmlns:p14="http://schemas.microsoft.com/office/powerpoint/2010/main" val="540382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206C-26C9-88D4-9E64-AE81DCEDC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B97618FA-C00B-7F30-076C-542068A350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DF78AD6C-BCD0-7A85-01D2-D51DD2D0FF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6F55AB-D9A0-E641-3D82-C5F613A5B64C}"/>
              </a:ext>
            </a:extLst>
          </p:cNvPr>
          <p:cNvSpPr>
            <a:spLocks noGrp="1"/>
          </p:cNvSpPr>
          <p:nvPr>
            <p:ph type="dt" sz="half" idx="10"/>
          </p:nvPr>
        </p:nvSpPr>
        <p:spPr/>
        <p:txBody>
          <a:bodyPr/>
          <a:lstStyle/>
          <a:p>
            <a:fld id="{3158EEDC-3D93-4776-98D2-D1B47C56251F}" type="datetimeFigureOut">
              <a:rPr lang="en-PK" smtClean="0"/>
              <a:t>21/06/2026</a:t>
            </a:fld>
            <a:endParaRPr lang="en-PK"/>
          </a:p>
        </p:txBody>
      </p:sp>
      <p:sp>
        <p:nvSpPr>
          <p:cNvPr id="6" name="Footer Placeholder 5">
            <a:extLst>
              <a:ext uri="{FF2B5EF4-FFF2-40B4-BE49-F238E27FC236}">
                <a16:creationId xmlns:a16="http://schemas.microsoft.com/office/drawing/2014/main" id="{56AFFD11-A6E1-12BA-74E3-2480C6859BC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64A4C82-E4C9-0C1C-9487-53C8CB1C37C0}"/>
              </a:ext>
            </a:extLst>
          </p:cNvPr>
          <p:cNvSpPr>
            <a:spLocks noGrp="1"/>
          </p:cNvSpPr>
          <p:nvPr>
            <p:ph type="sldNum" sz="quarter" idx="12"/>
          </p:nvPr>
        </p:nvSpPr>
        <p:spPr/>
        <p:txBody>
          <a:bodyPr/>
          <a:lstStyle/>
          <a:p>
            <a:fld id="{1E06CB64-26C4-4CD0-99B1-879C5EBBDABA}" type="slidenum">
              <a:rPr lang="en-PK" smtClean="0"/>
              <a:t>‹#›</a:t>
            </a:fld>
            <a:endParaRPr lang="en-PK"/>
          </a:p>
        </p:txBody>
      </p:sp>
    </p:spTree>
    <p:extLst>
      <p:ext uri="{BB962C8B-B14F-4D97-AF65-F5344CB8AC3E}">
        <p14:creationId xmlns:p14="http://schemas.microsoft.com/office/powerpoint/2010/main" val="2719317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55152-98BC-F7A7-7AFC-8458DC9A74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52BA6CE6-296B-0039-3AAB-21C21A4E7B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F900674C-D55F-94F5-63FA-7ABCCBDFE3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E652DC-9F5B-FD25-0629-FF7A38C39430}"/>
              </a:ext>
            </a:extLst>
          </p:cNvPr>
          <p:cNvSpPr>
            <a:spLocks noGrp="1"/>
          </p:cNvSpPr>
          <p:nvPr>
            <p:ph type="dt" sz="half" idx="10"/>
          </p:nvPr>
        </p:nvSpPr>
        <p:spPr/>
        <p:txBody>
          <a:bodyPr/>
          <a:lstStyle/>
          <a:p>
            <a:fld id="{3158EEDC-3D93-4776-98D2-D1B47C56251F}" type="datetimeFigureOut">
              <a:rPr lang="en-PK" smtClean="0"/>
              <a:t>21/06/2026</a:t>
            </a:fld>
            <a:endParaRPr lang="en-PK"/>
          </a:p>
        </p:txBody>
      </p:sp>
      <p:sp>
        <p:nvSpPr>
          <p:cNvPr id="6" name="Footer Placeholder 5">
            <a:extLst>
              <a:ext uri="{FF2B5EF4-FFF2-40B4-BE49-F238E27FC236}">
                <a16:creationId xmlns:a16="http://schemas.microsoft.com/office/drawing/2014/main" id="{C0D44875-72BA-BD03-75D5-67FC45BE807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E6E6FC7-F3AC-72F1-649C-E8F9370D6D1A}"/>
              </a:ext>
            </a:extLst>
          </p:cNvPr>
          <p:cNvSpPr>
            <a:spLocks noGrp="1"/>
          </p:cNvSpPr>
          <p:nvPr>
            <p:ph type="sldNum" sz="quarter" idx="12"/>
          </p:nvPr>
        </p:nvSpPr>
        <p:spPr/>
        <p:txBody>
          <a:bodyPr/>
          <a:lstStyle/>
          <a:p>
            <a:fld id="{1E06CB64-26C4-4CD0-99B1-879C5EBBDABA}" type="slidenum">
              <a:rPr lang="en-PK" smtClean="0"/>
              <a:t>‹#›</a:t>
            </a:fld>
            <a:endParaRPr lang="en-PK"/>
          </a:p>
        </p:txBody>
      </p:sp>
    </p:spTree>
    <p:extLst>
      <p:ext uri="{BB962C8B-B14F-4D97-AF65-F5344CB8AC3E}">
        <p14:creationId xmlns:p14="http://schemas.microsoft.com/office/powerpoint/2010/main" val="3340870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C8A8B-85F7-AB34-B124-1D7C495E004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AA91F59-295B-5DE4-A3CC-F6D644B9E1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CC7A46A-AD22-8637-DA6E-5E11E6B94964}"/>
              </a:ext>
            </a:extLst>
          </p:cNvPr>
          <p:cNvSpPr>
            <a:spLocks noGrp="1"/>
          </p:cNvSpPr>
          <p:nvPr>
            <p:ph type="dt" sz="half" idx="10"/>
          </p:nvPr>
        </p:nvSpPr>
        <p:spPr/>
        <p:txBody>
          <a:bodyPr/>
          <a:lstStyle/>
          <a:p>
            <a:fld id="{3158EEDC-3D93-4776-98D2-D1B47C56251F}" type="datetimeFigureOut">
              <a:rPr lang="en-PK" smtClean="0"/>
              <a:t>21/06/2026</a:t>
            </a:fld>
            <a:endParaRPr lang="en-PK"/>
          </a:p>
        </p:txBody>
      </p:sp>
      <p:sp>
        <p:nvSpPr>
          <p:cNvPr id="5" name="Footer Placeholder 4">
            <a:extLst>
              <a:ext uri="{FF2B5EF4-FFF2-40B4-BE49-F238E27FC236}">
                <a16:creationId xmlns:a16="http://schemas.microsoft.com/office/drawing/2014/main" id="{D249C0F6-ABC0-CD9D-FB87-8ED60CA1F18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ABE38B12-1E05-583C-C962-6EF7E8A30208}"/>
              </a:ext>
            </a:extLst>
          </p:cNvPr>
          <p:cNvSpPr>
            <a:spLocks noGrp="1"/>
          </p:cNvSpPr>
          <p:nvPr>
            <p:ph type="sldNum" sz="quarter" idx="12"/>
          </p:nvPr>
        </p:nvSpPr>
        <p:spPr/>
        <p:txBody>
          <a:bodyPr/>
          <a:lstStyle/>
          <a:p>
            <a:fld id="{1E06CB64-26C4-4CD0-99B1-879C5EBBDABA}" type="slidenum">
              <a:rPr lang="en-PK" smtClean="0"/>
              <a:t>‹#›</a:t>
            </a:fld>
            <a:endParaRPr lang="en-PK"/>
          </a:p>
        </p:txBody>
      </p:sp>
    </p:spTree>
    <p:extLst>
      <p:ext uri="{BB962C8B-B14F-4D97-AF65-F5344CB8AC3E}">
        <p14:creationId xmlns:p14="http://schemas.microsoft.com/office/powerpoint/2010/main" val="383365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64DFD8-7CAC-22AE-D90A-EA1748851B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5EB3ACD-B401-95DC-FC48-A620236603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F8C9628-E048-CE7F-BA6C-33B6439809BE}"/>
              </a:ext>
            </a:extLst>
          </p:cNvPr>
          <p:cNvSpPr>
            <a:spLocks noGrp="1"/>
          </p:cNvSpPr>
          <p:nvPr>
            <p:ph type="dt" sz="half" idx="10"/>
          </p:nvPr>
        </p:nvSpPr>
        <p:spPr/>
        <p:txBody>
          <a:bodyPr/>
          <a:lstStyle/>
          <a:p>
            <a:fld id="{3158EEDC-3D93-4776-98D2-D1B47C56251F}" type="datetimeFigureOut">
              <a:rPr lang="en-PK" smtClean="0"/>
              <a:t>21/06/2026</a:t>
            </a:fld>
            <a:endParaRPr lang="en-PK"/>
          </a:p>
        </p:txBody>
      </p:sp>
      <p:sp>
        <p:nvSpPr>
          <p:cNvPr id="5" name="Footer Placeholder 4">
            <a:extLst>
              <a:ext uri="{FF2B5EF4-FFF2-40B4-BE49-F238E27FC236}">
                <a16:creationId xmlns:a16="http://schemas.microsoft.com/office/drawing/2014/main" id="{6AA5F2D9-203A-AD61-6F81-071D112BB6C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02F38DE-216E-4393-C24A-6D93EBEF23FA}"/>
              </a:ext>
            </a:extLst>
          </p:cNvPr>
          <p:cNvSpPr>
            <a:spLocks noGrp="1"/>
          </p:cNvSpPr>
          <p:nvPr>
            <p:ph type="sldNum" sz="quarter" idx="12"/>
          </p:nvPr>
        </p:nvSpPr>
        <p:spPr/>
        <p:txBody>
          <a:bodyPr/>
          <a:lstStyle/>
          <a:p>
            <a:fld id="{1E06CB64-26C4-4CD0-99B1-879C5EBBDABA}" type="slidenum">
              <a:rPr lang="en-PK" smtClean="0"/>
              <a:t>‹#›</a:t>
            </a:fld>
            <a:endParaRPr lang="en-PK"/>
          </a:p>
        </p:txBody>
      </p:sp>
    </p:spTree>
    <p:extLst>
      <p:ext uri="{BB962C8B-B14F-4D97-AF65-F5344CB8AC3E}">
        <p14:creationId xmlns:p14="http://schemas.microsoft.com/office/powerpoint/2010/main" val="441881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87F953-82F4-2332-47F3-81A5A113CA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7BAE000-81DF-AEFD-CD79-F1AC11ADA4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07704BD-CE89-D2EA-B0B2-59B8A89B54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58EEDC-3D93-4776-98D2-D1B47C56251F}" type="datetimeFigureOut">
              <a:rPr lang="en-PK" smtClean="0"/>
              <a:t>21/06/2026</a:t>
            </a:fld>
            <a:endParaRPr lang="en-PK"/>
          </a:p>
        </p:txBody>
      </p:sp>
      <p:sp>
        <p:nvSpPr>
          <p:cNvPr id="5" name="Footer Placeholder 4">
            <a:extLst>
              <a:ext uri="{FF2B5EF4-FFF2-40B4-BE49-F238E27FC236}">
                <a16:creationId xmlns:a16="http://schemas.microsoft.com/office/drawing/2014/main" id="{FF282341-D591-9F86-94EB-3A985CB6C3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9028F344-EC73-D669-20C3-5482166E74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06CB64-26C4-4CD0-99B1-879C5EBBDABA}" type="slidenum">
              <a:rPr lang="en-PK" smtClean="0"/>
              <a:t>‹#›</a:t>
            </a:fld>
            <a:endParaRPr lang="en-PK"/>
          </a:p>
        </p:txBody>
      </p:sp>
    </p:spTree>
    <p:extLst>
      <p:ext uri="{BB962C8B-B14F-4D97-AF65-F5344CB8AC3E}">
        <p14:creationId xmlns:p14="http://schemas.microsoft.com/office/powerpoint/2010/main" val="4063166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F14C5-EEBC-ACFF-80AD-565193332494}"/>
              </a:ext>
            </a:extLst>
          </p:cNvPr>
          <p:cNvSpPr>
            <a:spLocks noGrp="1"/>
          </p:cNvSpPr>
          <p:nvPr>
            <p:ph type="ctrTitle"/>
          </p:nvPr>
        </p:nvSpPr>
        <p:spPr/>
        <p:txBody>
          <a:bodyPr/>
          <a:lstStyle/>
          <a:p>
            <a:r>
              <a:rPr lang="en-US" dirty="0"/>
              <a:t>Agentic AI Research </a:t>
            </a:r>
            <a:r>
              <a:rPr lang="en-US" dirty="0" err="1"/>
              <a:t>Assisstant</a:t>
            </a:r>
            <a:endParaRPr lang="en-PK" dirty="0"/>
          </a:p>
        </p:txBody>
      </p:sp>
      <p:sp>
        <p:nvSpPr>
          <p:cNvPr id="3" name="Subtitle 2">
            <a:extLst>
              <a:ext uri="{FF2B5EF4-FFF2-40B4-BE49-F238E27FC236}">
                <a16:creationId xmlns:a16="http://schemas.microsoft.com/office/drawing/2014/main" id="{9B4FBAB1-1CFE-127D-A3CD-FC22862CF666}"/>
              </a:ext>
            </a:extLst>
          </p:cNvPr>
          <p:cNvSpPr>
            <a:spLocks noGrp="1"/>
          </p:cNvSpPr>
          <p:nvPr>
            <p:ph type="subTitle" idx="1"/>
          </p:nvPr>
        </p:nvSpPr>
        <p:spPr/>
        <p:txBody>
          <a:bodyPr/>
          <a:lstStyle/>
          <a:p>
            <a:r>
              <a:rPr lang="en-US" dirty="0"/>
              <a:t>N8N workflow</a:t>
            </a:r>
          </a:p>
          <a:p>
            <a:r>
              <a:rPr lang="en-US" dirty="0"/>
              <a:t>LLM based Automation</a:t>
            </a:r>
          </a:p>
          <a:p>
            <a:r>
              <a:rPr lang="en-US" dirty="0"/>
              <a:t>RAG System</a:t>
            </a:r>
            <a:endParaRPr lang="en-PK" dirty="0"/>
          </a:p>
        </p:txBody>
      </p:sp>
    </p:spTree>
    <p:extLst>
      <p:ext uri="{BB962C8B-B14F-4D97-AF65-F5344CB8AC3E}">
        <p14:creationId xmlns:p14="http://schemas.microsoft.com/office/powerpoint/2010/main" val="1069606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2F1F2-EB8D-6584-F787-25818218ADE0}"/>
              </a:ext>
            </a:extLst>
          </p:cNvPr>
          <p:cNvSpPr>
            <a:spLocks noGrp="1"/>
          </p:cNvSpPr>
          <p:nvPr>
            <p:ph type="title"/>
          </p:nvPr>
        </p:nvSpPr>
        <p:spPr/>
        <p:txBody>
          <a:bodyPr/>
          <a:lstStyle/>
          <a:p>
            <a:r>
              <a:rPr lang="en-US" dirty="0" err="1"/>
              <a:t>Abstarct</a:t>
            </a:r>
            <a:br>
              <a:rPr lang="en-US" dirty="0"/>
            </a:br>
            <a:endParaRPr lang="en-PK" dirty="0"/>
          </a:p>
        </p:txBody>
      </p:sp>
      <p:sp>
        <p:nvSpPr>
          <p:cNvPr id="3" name="Content Placeholder 2">
            <a:extLst>
              <a:ext uri="{FF2B5EF4-FFF2-40B4-BE49-F238E27FC236}">
                <a16:creationId xmlns:a16="http://schemas.microsoft.com/office/drawing/2014/main" id="{50E5436F-CCB4-7E32-88F4-828C08DCCF78}"/>
              </a:ext>
            </a:extLst>
          </p:cNvPr>
          <p:cNvSpPr>
            <a:spLocks noGrp="1"/>
          </p:cNvSpPr>
          <p:nvPr>
            <p:ph idx="1"/>
          </p:nvPr>
        </p:nvSpPr>
        <p:spPr/>
        <p:txBody>
          <a:bodyPr>
            <a:normAutofit fontScale="92500" lnSpcReduction="10000"/>
          </a:bodyPr>
          <a:lstStyle/>
          <a:p>
            <a:r>
              <a:rPr lang="en-PK" dirty="0"/>
              <a:t>This project is about building an AI assistant that helps users with research work. Instead of reading long documents manually, the system can understand documents and answer questions from them automatically.</a:t>
            </a:r>
          </a:p>
          <a:p>
            <a:r>
              <a:rPr lang="en-PK" dirty="0"/>
              <a:t>We used two main tools:</a:t>
            </a:r>
          </a:p>
          <a:p>
            <a:r>
              <a:rPr lang="en-PK" dirty="0"/>
              <a:t>n8n for automation (to connect steps together) </a:t>
            </a:r>
          </a:p>
          <a:p>
            <a:r>
              <a:rPr lang="en-PK" dirty="0"/>
              <a:t>Google </a:t>
            </a:r>
            <a:r>
              <a:rPr lang="en-PK" dirty="0" err="1"/>
              <a:t>Colab</a:t>
            </a:r>
            <a:r>
              <a:rPr lang="en-PK" dirty="0"/>
              <a:t> for AI processing (using Python and AI models like Gemini) </a:t>
            </a:r>
          </a:p>
          <a:p>
            <a:r>
              <a:rPr lang="en-PK" dirty="0"/>
              <a:t>The system reads documents, finds important information, and gives clear answers. It works like a smart research helper that saves time and effort.</a:t>
            </a:r>
          </a:p>
          <a:p>
            <a:pPr marL="0" indent="0">
              <a:buNone/>
            </a:pPr>
            <a:endParaRPr lang="en-PK" dirty="0"/>
          </a:p>
        </p:txBody>
      </p:sp>
    </p:spTree>
    <p:extLst>
      <p:ext uri="{BB962C8B-B14F-4D97-AF65-F5344CB8AC3E}">
        <p14:creationId xmlns:p14="http://schemas.microsoft.com/office/powerpoint/2010/main" val="976395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94173-701C-A5F0-4CF3-FF309C1CFBAF}"/>
              </a:ext>
            </a:extLst>
          </p:cNvPr>
          <p:cNvSpPr>
            <a:spLocks noGrp="1"/>
          </p:cNvSpPr>
          <p:nvPr>
            <p:ph type="title"/>
          </p:nvPr>
        </p:nvSpPr>
        <p:spPr/>
        <p:txBody>
          <a:bodyPr/>
          <a:lstStyle/>
          <a:p>
            <a:r>
              <a:rPr lang="en-US" dirty="0"/>
              <a:t>Problem Statement</a:t>
            </a:r>
            <a:endParaRPr lang="en-PK" dirty="0"/>
          </a:p>
        </p:txBody>
      </p:sp>
      <p:sp>
        <p:nvSpPr>
          <p:cNvPr id="3" name="Content Placeholder 2">
            <a:extLst>
              <a:ext uri="{FF2B5EF4-FFF2-40B4-BE49-F238E27FC236}">
                <a16:creationId xmlns:a16="http://schemas.microsoft.com/office/drawing/2014/main" id="{CB3B0F0D-194F-400A-736D-D9B58BAAD7DC}"/>
              </a:ext>
            </a:extLst>
          </p:cNvPr>
          <p:cNvSpPr>
            <a:spLocks noGrp="1"/>
          </p:cNvSpPr>
          <p:nvPr>
            <p:ph idx="1"/>
          </p:nvPr>
        </p:nvSpPr>
        <p:spPr/>
        <p:txBody>
          <a:bodyPr/>
          <a:lstStyle/>
          <a:p>
            <a:r>
              <a:rPr lang="en-US" dirty="0"/>
              <a:t>The research and information process is very slow like reading long PDF </a:t>
            </a:r>
            <a:r>
              <a:rPr lang="en-US" dirty="0" err="1"/>
              <a:t>etc</a:t>
            </a:r>
            <a:endParaRPr lang="en-US" dirty="0"/>
          </a:p>
          <a:p>
            <a:r>
              <a:rPr lang="en-US" dirty="0"/>
              <a:t>AI system is needed by the users for collecting data, </a:t>
            </a:r>
            <a:r>
              <a:rPr lang="en-US" dirty="0" err="1"/>
              <a:t>analysing</a:t>
            </a:r>
            <a:r>
              <a:rPr lang="en-US" dirty="0"/>
              <a:t> the content and generate structured insights.</a:t>
            </a:r>
          </a:p>
          <a:p>
            <a:endParaRPr lang="en-PK" dirty="0"/>
          </a:p>
        </p:txBody>
      </p:sp>
    </p:spTree>
    <p:extLst>
      <p:ext uri="{BB962C8B-B14F-4D97-AF65-F5344CB8AC3E}">
        <p14:creationId xmlns:p14="http://schemas.microsoft.com/office/powerpoint/2010/main" val="635667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58FEC-0858-FB46-86C0-2D7AA2ED10DB}"/>
              </a:ext>
            </a:extLst>
          </p:cNvPr>
          <p:cNvSpPr>
            <a:spLocks noGrp="1"/>
          </p:cNvSpPr>
          <p:nvPr>
            <p:ph type="title"/>
          </p:nvPr>
        </p:nvSpPr>
        <p:spPr/>
        <p:txBody>
          <a:bodyPr/>
          <a:lstStyle/>
          <a:p>
            <a:r>
              <a:rPr lang="en-US" dirty="0"/>
              <a:t>Objectives</a:t>
            </a:r>
            <a:endParaRPr lang="en-PK" dirty="0"/>
          </a:p>
        </p:txBody>
      </p:sp>
      <p:sp>
        <p:nvSpPr>
          <p:cNvPr id="3" name="Content Placeholder 2">
            <a:extLst>
              <a:ext uri="{FF2B5EF4-FFF2-40B4-BE49-F238E27FC236}">
                <a16:creationId xmlns:a16="http://schemas.microsoft.com/office/drawing/2014/main" id="{C5C776BF-BA11-0B2E-0A34-3352DB0B1C64}"/>
              </a:ext>
            </a:extLst>
          </p:cNvPr>
          <p:cNvSpPr>
            <a:spLocks noGrp="1"/>
          </p:cNvSpPr>
          <p:nvPr>
            <p:ph idx="1"/>
          </p:nvPr>
        </p:nvSpPr>
        <p:spPr/>
        <p:txBody>
          <a:bodyPr/>
          <a:lstStyle/>
          <a:p>
            <a:r>
              <a:rPr lang="en-US" dirty="0"/>
              <a:t>To build an Agentic system that automates research workflows</a:t>
            </a:r>
          </a:p>
          <a:p>
            <a:r>
              <a:rPr lang="en-US" dirty="0"/>
              <a:t>Can use logical decision making</a:t>
            </a:r>
          </a:p>
          <a:p>
            <a:r>
              <a:rPr lang="en-US" dirty="0"/>
              <a:t>Process the documents using </a:t>
            </a:r>
            <a:r>
              <a:rPr lang="en-US" dirty="0" err="1"/>
              <a:t>llm</a:t>
            </a:r>
            <a:r>
              <a:rPr lang="en-US" dirty="0"/>
              <a:t> and generates a structured report.</a:t>
            </a:r>
          </a:p>
          <a:p>
            <a:r>
              <a:rPr lang="en-US" dirty="0"/>
              <a:t>For this we used:</a:t>
            </a:r>
          </a:p>
          <a:p>
            <a:pPr marL="0" indent="0">
              <a:buNone/>
            </a:pPr>
            <a:r>
              <a:rPr lang="en-US" dirty="0"/>
              <a:t>Google </a:t>
            </a:r>
            <a:r>
              <a:rPr lang="en-US" dirty="0" err="1"/>
              <a:t>colabs</a:t>
            </a:r>
            <a:endParaRPr lang="en-US" dirty="0"/>
          </a:p>
          <a:p>
            <a:pPr marL="0" indent="0">
              <a:buNone/>
            </a:pPr>
            <a:r>
              <a:rPr lang="en-US" dirty="0"/>
              <a:t>N8n automation and </a:t>
            </a:r>
            <a:r>
              <a:rPr lang="en-US" dirty="0" err="1"/>
              <a:t>llm</a:t>
            </a:r>
            <a:endParaRPr lang="en-US" dirty="0"/>
          </a:p>
          <a:p>
            <a:endParaRPr lang="en-PK" dirty="0"/>
          </a:p>
        </p:txBody>
      </p:sp>
    </p:spTree>
    <p:extLst>
      <p:ext uri="{BB962C8B-B14F-4D97-AF65-F5344CB8AC3E}">
        <p14:creationId xmlns:p14="http://schemas.microsoft.com/office/powerpoint/2010/main" val="1574812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284DE-6702-3D27-64B2-55072E7D2DC5}"/>
              </a:ext>
            </a:extLst>
          </p:cNvPr>
          <p:cNvSpPr>
            <a:spLocks noGrp="1"/>
          </p:cNvSpPr>
          <p:nvPr>
            <p:ph type="title"/>
          </p:nvPr>
        </p:nvSpPr>
        <p:spPr/>
        <p:txBody>
          <a:bodyPr/>
          <a:lstStyle/>
          <a:p>
            <a:r>
              <a:rPr lang="en-US" dirty="0"/>
              <a:t>Architecture of the system</a:t>
            </a:r>
            <a:endParaRPr lang="en-PK" dirty="0"/>
          </a:p>
        </p:txBody>
      </p:sp>
      <p:sp>
        <p:nvSpPr>
          <p:cNvPr id="3" name="Content Placeholder 2">
            <a:extLst>
              <a:ext uri="{FF2B5EF4-FFF2-40B4-BE49-F238E27FC236}">
                <a16:creationId xmlns:a16="http://schemas.microsoft.com/office/drawing/2014/main" id="{AA4A9826-30F2-3F96-28DE-E144FE683EF9}"/>
              </a:ext>
            </a:extLst>
          </p:cNvPr>
          <p:cNvSpPr>
            <a:spLocks noGrp="1"/>
          </p:cNvSpPr>
          <p:nvPr>
            <p:ph idx="1"/>
          </p:nvPr>
        </p:nvSpPr>
        <p:spPr/>
        <p:txBody>
          <a:bodyPr/>
          <a:lstStyle/>
          <a:p>
            <a:r>
              <a:rPr lang="en-US" dirty="0"/>
              <a:t>N8N automation with following nodes:</a:t>
            </a:r>
          </a:p>
          <a:p>
            <a:pPr marL="0" indent="0">
              <a:buNone/>
            </a:pPr>
            <a:r>
              <a:rPr lang="en-US" dirty="0"/>
              <a:t>Execution of workflow</a:t>
            </a:r>
          </a:p>
          <a:p>
            <a:pPr marL="0" indent="0">
              <a:buNone/>
            </a:pPr>
            <a:r>
              <a:rPr lang="en-US" dirty="0"/>
              <a:t>Google drive Download</a:t>
            </a:r>
          </a:p>
          <a:p>
            <a:pPr marL="0" indent="0">
              <a:buNone/>
            </a:pPr>
            <a:r>
              <a:rPr lang="en-US" dirty="0"/>
              <a:t>Http Request</a:t>
            </a:r>
          </a:p>
          <a:p>
            <a:pPr marL="0" indent="0">
              <a:buNone/>
            </a:pPr>
            <a:r>
              <a:rPr lang="en-US" dirty="0"/>
              <a:t>Set code</a:t>
            </a:r>
          </a:p>
          <a:p>
            <a:pPr marL="0" indent="0">
              <a:buNone/>
            </a:pPr>
            <a:r>
              <a:rPr lang="en-US" dirty="0"/>
              <a:t>Basic LLM chain with Gemini</a:t>
            </a:r>
          </a:p>
          <a:p>
            <a:pPr marL="0" indent="0">
              <a:buNone/>
            </a:pPr>
            <a:r>
              <a:rPr lang="en-US" dirty="0"/>
              <a:t>If (decision making)</a:t>
            </a:r>
            <a:endParaRPr lang="en-PK" dirty="0"/>
          </a:p>
        </p:txBody>
      </p:sp>
    </p:spTree>
    <p:extLst>
      <p:ext uri="{BB962C8B-B14F-4D97-AF65-F5344CB8AC3E}">
        <p14:creationId xmlns:p14="http://schemas.microsoft.com/office/powerpoint/2010/main" val="2034009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6A22-0C2F-6A4F-8A0C-D163B6DCCA93}"/>
              </a:ext>
            </a:extLst>
          </p:cNvPr>
          <p:cNvSpPr>
            <a:spLocks noGrp="1"/>
          </p:cNvSpPr>
          <p:nvPr>
            <p:ph type="title"/>
          </p:nvPr>
        </p:nvSpPr>
        <p:spPr/>
        <p:txBody>
          <a:bodyPr/>
          <a:lstStyle/>
          <a:p>
            <a:r>
              <a:rPr lang="en-US" dirty="0"/>
              <a:t>Architecture of System</a:t>
            </a:r>
            <a:endParaRPr lang="en-PK" dirty="0"/>
          </a:p>
        </p:txBody>
      </p:sp>
      <p:sp>
        <p:nvSpPr>
          <p:cNvPr id="3" name="Content Placeholder 2">
            <a:extLst>
              <a:ext uri="{FF2B5EF4-FFF2-40B4-BE49-F238E27FC236}">
                <a16:creationId xmlns:a16="http://schemas.microsoft.com/office/drawing/2014/main" id="{5B00F184-C4A1-32C0-B0FA-C7FFF0D091C5}"/>
              </a:ext>
            </a:extLst>
          </p:cNvPr>
          <p:cNvSpPr>
            <a:spLocks noGrp="1"/>
          </p:cNvSpPr>
          <p:nvPr>
            <p:ph idx="1"/>
          </p:nvPr>
        </p:nvSpPr>
        <p:spPr/>
        <p:txBody>
          <a:bodyPr/>
          <a:lstStyle/>
          <a:p>
            <a:r>
              <a:rPr lang="en-US" dirty="0"/>
              <a:t>Google </a:t>
            </a:r>
            <a:r>
              <a:rPr lang="en-US" dirty="0" err="1"/>
              <a:t>Colabs</a:t>
            </a:r>
            <a:r>
              <a:rPr lang="en-US" dirty="0"/>
              <a:t>:</a:t>
            </a:r>
          </a:p>
          <a:p>
            <a:pPr marL="0" indent="0">
              <a:buNone/>
            </a:pPr>
            <a:r>
              <a:rPr lang="en-US" dirty="0"/>
              <a:t>Flask API</a:t>
            </a:r>
          </a:p>
          <a:p>
            <a:pPr marL="0" indent="0">
              <a:buNone/>
            </a:pPr>
            <a:r>
              <a:rPr lang="en-US" dirty="0"/>
              <a:t>Document Processing</a:t>
            </a:r>
          </a:p>
          <a:p>
            <a:pPr marL="0" indent="0">
              <a:buNone/>
            </a:pPr>
            <a:r>
              <a:rPr lang="en-US" dirty="0"/>
              <a:t>RAG (with use of Chroma DB)</a:t>
            </a:r>
          </a:p>
          <a:p>
            <a:pPr marL="0" indent="0">
              <a:buNone/>
            </a:pPr>
            <a:r>
              <a:rPr lang="en-US" dirty="0"/>
              <a:t>LLM response</a:t>
            </a:r>
          </a:p>
        </p:txBody>
      </p:sp>
    </p:spTree>
    <p:extLst>
      <p:ext uri="{BB962C8B-B14F-4D97-AF65-F5344CB8AC3E}">
        <p14:creationId xmlns:p14="http://schemas.microsoft.com/office/powerpoint/2010/main" val="693057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D5D5D-973B-4AC4-C6FE-F549628DF150}"/>
              </a:ext>
            </a:extLst>
          </p:cNvPr>
          <p:cNvSpPr>
            <a:spLocks noGrp="1"/>
          </p:cNvSpPr>
          <p:nvPr>
            <p:ph type="title"/>
          </p:nvPr>
        </p:nvSpPr>
        <p:spPr/>
        <p:txBody>
          <a:bodyPr/>
          <a:lstStyle/>
          <a:p>
            <a:r>
              <a:rPr lang="en-US" dirty="0"/>
              <a:t>Google </a:t>
            </a:r>
            <a:r>
              <a:rPr lang="en-US" dirty="0" err="1"/>
              <a:t>colabs</a:t>
            </a:r>
            <a:r>
              <a:rPr lang="en-US" dirty="0"/>
              <a:t> workflow</a:t>
            </a:r>
            <a:endParaRPr lang="en-PK" dirty="0"/>
          </a:p>
        </p:txBody>
      </p:sp>
      <p:sp>
        <p:nvSpPr>
          <p:cNvPr id="3" name="Content Placeholder 2">
            <a:extLst>
              <a:ext uri="{FF2B5EF4-FFF2-40B4-BE49-F238E27FC236}">
                <a16:creationId xmlns:a16="http://schemas.microsoft.com/office/drawing/2014/main" id="{6A7BCB5E-2479-148A-98D0-3D3B698348CB}"/>
              </a:ext>
            </a:extLst>
          </p:cNvPr>
          <p:cNvSpPr>
            <a:spLocks noGrp="1"/>
          </p:cNvSpPr>
          <p:nvPr>
            <p:ph idx="1"/>
          </p:nvPr>
        </p:nvSpPr>
        <p:spPr/>
        <p:txBody>
          <a:bodyPr/>
          <a:lstStyle/>
          <a:p>
            <a:r>
              <a:rPr lang="en-PK" dirty="0"/>
              <a:t>Flask API receives requests  </a:t>
            </a:r>
          </a:p>
          <a:p>
            <a:r>
              <a:rPr lang="en-PK" dirty="0"/>
              <a:t>Converts documents into embeddings </a:t>
            </a:r>
          </a:p>
          <a:p>
            <a:r>
              <a:rPr lang="en-PK" dirty="0"/>
              <a:t>Stores vectors in FAISS</a:t>
            </a:r>
            <a:r>
              <a:rPr lang="en-US" dirty="0"/>
              <a:t>/ Chroma </a:t>
            </a:r>
            <a:r>
              <a:rPr lang="en-US" dirty="0" err="1"/>
              <a:t>db</a:t>
            </a:r>
            <a:r>
              <a:rPr lang="en-PK" dirty="0"/>
              <a:t> index </a:t>
            </a:r>
          </a:p>
          <a:p>
            <a:r>
              <a:rPr lang="en-PK" dirty="0"/>
              <a:t>Retrieves relevant chunks (RAG system) </a:t>
            </a:r>
          </a:p>
          <a:p>
            <a:r>
              <a:rPr lang="en-PK" dirty="0"/>
              <a:t>Sends context to LLM for final answer </a:t>
            </a:r>
          </a:p>
          <a:p>
            <a:pPr marL="0" indent="0">
              <a:buNone/>
            </a:pPr>
            <a:endParaRPr lang="en-PK" dirty="0"/>
          </a:p>
        </p:txBody>
      </p:sp>
    </p:spTree>
    <p:extLst>
      <p:ext uri="{BB962C8B-B14F-4D97-AF65-F5344CB8AC3E}">
        <p14:creationId xmlns:p14="http://schemas.microsoft.com/office/powerpoint/2010/main" val="2882782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604D8-3B49-7656-EA1E-391393FFAB65}"/>
              </a:ext>
            </a:extLst>
          </p:cNvPr>
          <p:cNvSpPr>
            <a:spLocks noGrp="1"/>
          </p:cNvSpPr>
          <p:nvPr>
            <p:ph type="title"/>
          </p:nvPr>
        </p:nvSpPr>
        <p:spPr/>
        <p:txBody>
          <a:bodyPr/>
          <a:lstStyle/>
          <a:p>
            <a:r>
              <a:rPr lang="en-US" dirty="0"/>
              <a:t>Work flow of Google </a:t>
            </a:r>
            <a:r>
              <a:rPr lang="en-US" dirty="0" err="1"/>
              <a:t>Colabs</a:t>
            </a:r>
            <a:endParaRPr lang="en-PK" dirty="0"/>
          </a:p>
        </p:txBody>
      </p:sp>
      <p:sp>
        <p:nvSpPr>
          <p:cNvPr id="3" name="Content Placeholder 2">
            <a:extLst>
              <a:ext uri="{FF2B5EF4-FFF2-40B4-BE49-F238E27FC236}">
                <a16:creationId xmlns:a16="http://schemas.microsoft.com/office/drawing/2014/main" id="{5B34D111-D6DA-439A-3781-131983DE5ECB}"/>
              </a:ext>
            </a:extLst>
          </p:cNvPr>
          <p:cNvSpPr>
            <a:spLocks noGrp="1"/>
          </p:cNvSpPr>
          <p:nvPr>
            <p:ph idx="1"/>
          </p:nvPr>
        </p:nvSpPr>
        <p:spPr/>
        <p:txBody>
          <a:bodyPr/>
          <a:lstStyle/>
          <a:p>
            <a:r>
              <a:rPr lang="en-PK" dirty="0"/>
              <a:t>Reads the document</a:t>
            </a:r>
            <a:endParaRPr lang="en-US" dirty="0"/>
          </a:p>
          <a:p>
            <a:r>
              <a:rPr lang="en-PK" dirty="0"/>
              <a:t> Breaks it into small parts </a:t>
            </a:r>
            <a:endParaRPr lang="en-US" dirty="0"/>
          </a:p>
          <a:p>
            <a:r>
              <a:rPr lang="en-PK" dirty="0"/>
              <a:t>Understands the meaning using AI</a:t>
            </a:r>
            <a:endParaRPr lang="en-US" dirty="0"/>
          </a:p>
          <a:p>
            <a:r>
              <a:rPr lang="en-PK" dirty="0"/>
              <a:t> Finds the best matching information</a:t>
            </a:r>
            <a:endParaRPr lang="en-US" dirty="0"/>
          </a:p>
          <a:p>
            <a:r>
              <a:rPr lang="en-PK" dirty="0"/>
              <a:t> Generates answer using Gemini AI</a:t>
            </a:r>
          </a:p>
        </p:txBody>
      </p:sp>
    </p:spTree>
    <p:extLst>
      <p:ext uri="{BB962C8B-B14F-4D97-AF65-F5344CB8AC3E}">
        <p14:creationId xmlns:p14="http://schemas.microsoft.com/office/powerpoint/2010/main" val="910114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4C983-2DEC-D082-C1FB-46F644FDD746}"/>
              </a:ext>
            </a:extLst>
          </p:cNvPr>
          <p:cNvSpPr>
            <a:spLocks noGrp="1"/>
          </p:cNvSpPr>
          <p:nvPr>
            <p:ph type="title"/>
          </p:nvPr>
        </p:nvSpPr>
        <p:spPr/>
        <p:txBody>
          <a:bodyPr/>
          <a:lstStyle/>
          <a:p>
            <a:r>
              <a:rPr lang="en-US" dirty="0"/>
              <a:t>How N8N system Works</a:t>
            </a:r>
            <a:br>
              <a:rPr lang="en-US" dirty="0"/>
            </a:br>
            <a:endParaRPr lang="en-PK" dirty="0"/>
          </a:p>
        </p:txBody>
      </p:sp>
      <p:sp>
        <p:nvSpPr>
          <p:cNvPr id="3" name="Content Placeholder 2">
            <a:extLst>
              <a:ext uri="{FF2B5EF4-FFF2-40B4-BE49-F238E27FC236}">
                <a16:creationId xmlns:a16="http://schemas.microsoft.com/office/drawing/2014/main" id="{07AC0256-DB2E-4B01-4482-6883C9818AC7}"/>
              </a:ext>
            </a:extLst>
          </p:cNvPr>
          <p:cNvSpPr>
            <a:spLocks noGrp="1"/>
          </p:cNvSpPr>
          <p:nvPr>
            <p:ph idx="1"/>
          </p:nvPr>
        </p:nvSpPr>
        <p:spPr/>
        <p:txBody>
          <a:bodyPr/>
          <a:lstStyle/>
          <a:p>
            <a:r>
              <a:rPr lang="en-PK" dirty="0"/>
              <a:t>It receives user input </a:t>
            </a:r>
            <a:endParaRPr lang="en-US" dirty="0"/>
          </a:p>
          <a:p>
            <a:r>
              <a:rPr lang="en-PK" dirty="0"/>
              <a:t>Sends the data to AI system</a:t>
            </a:r>
            <a:endParaRPr lang="en-US" dirty="0"/>
          </a:p>
          <a:p>
            <a:r>
              <a:rPr lang="en-PK" dirty="0"/>
              <a:t> Controls the flow of steps </a:t>
            </a:r>
            <a:endParaRPr lang="en-US" dirty="0"/>
          </a:p>
          <a:p>
            <a:r>
              <a:rPr lang="en-PK" dirty="0"/>
              <a:t>Returns the final answer</a:t>
            </a:r>
          </a:p>
        </p:txBody>
      </p:sp>
    </p:spTree>
    <p:extLst>
      <p:ext uri="{BB962C8B-B14F-4D97-AF65-F5344CB8AC3E}">
        <p14:creationId xmlns:p14="http://schemas.microsoft.com/office/powerpoint/2010/main" val="1586512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0217-0820-0688-F4A6-EA92B50F0FFE}"/>
              </a:ext>
            </a:extLst>
          </p:cNvPr>
          <p:cNvSpPr>
            <a:spLocks noGrp="1"/>
          </p:cNvSpPr>
          <p:nvPr>
            <p:ph type="title"/>
          </p:nvPr>
        </p:nvSpPr>
        <p:spPr/>
        <p:txBody>
          <a:bodyPr/>
          <a:lstStyle/>
          <a:p>
            <a:r>
              <a:rPr lang="en-US" dirty="0"/>
              <a:t>Workings of N8N Automation</a:t>
            </a:r>
            <a:endParaRPr lang="en-PK" dirty="0"/>
          </a:p>
        </p:txBody>
      </p:sp>
      <p:sp>
        <p:nvSpPr>
          <p:cNvPr id="3" name="Content Placeholder 2">
            <a:extLst>
              <a:ext uri="{FF2B5EF4-FFF2-40B4-BE49-F238E27FC236}">
                <a16:creationId xmlns:a16="http://schemas.microsoft.com/office/drawing/2014/main" id="{2C0B0AD0-52F9-84AB-FF18-6415AE3C0460}"/>
              </a:ext>
            </a:extLst>
          </p:cNvPr>
          <p:cNvSpPr>
            <a:spLocks noGrp="1"/>
          </p:cNvSpPr>
          <p:nvPr>
            <p:ph idx="1"/>
          </p:nvPr>
        </p:nvSpPr>
        <p:spPr/>
        <p:txBody>
          <a:bodyPr/>
          <a:lstStyle/>
          <a:p>
            <a:r>
              <a:rPr lang="en-PK" dirty="0"/>
              <a:t>User asks a question or uploads a document</a:t>
            </a:r>
            <a:endParaRPr lang="en-US" dirty="0"/>
          </a:p>
          <a:p>
            <a:r>
              <a:rPr lang="en-PK" dirty="0"/>
              <a:t> n8n receives the request</a:t>
            </a:r>
            <a:endParaRPr lang="en-US" dirty="0"/>
          </a:p>
          <a:p>
            <a:r>
              <a:rPr lang="en-PK" dirty="0"/>
              <a:t> It sends the request to AI backend </a:t>
            </a:r>
            <a:endParaRPr lang="en-US" dirty="0"/>
          </a:p>
          <a:p>
            <a:r>
              <a:rPr lang="en-PK" dirty="0"/>
              <a:t>AI reads and processes the document</a:t>
            </a:r>
            <a:endParaRPr lang="en-US" dirty="0"/>
          </a:p>
          <a:p>
            <a:r>
              <a:rPr lang="en-PK" dirty="0"/>
              <a:t> It finds relevant information</a:t>
            </a:r>
            <a:endParaRPr lang="en-US" dirty="0"/>
          </a:p>
          <a:p>
            <a:r>
              <a:rPr lang="en-PK" dirty="0"/>
              <a:t> Gemini AI generates the final answer </a:t>
            </a:r>
            <a:endParaRPr lang="en-US" dirty="0"/>
          </a:p>
          <a:p>
            <a:r>
              <a:rPr lang="en-PK" dirty="0"/>
              <a:t>Answer is sent back to user</a:t>
            </a:r>
          </a:p>
        </p:txBody>
      </p:sp>
    </p:spTree>
    <p:extLst>
      <p:ext uri="{BB962C8B-B14F-4D97-AF65-F5344CB8AC3E}">
        <p14:creationId xmlns:p14="http://schemas.microsoft.com/office/powerpoint/2010/main" val="3102915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1A69F-4029-E815-61D9-9C18B2D08854}"/>
              </a:ext>
            </a:extLst>
          </p:cNvPr>
          <p:cNvSpPr>
            <a:spLocks noGrp="1"/>
          </p:cNvSpPr>
          <p:nvPr>
            <p:ph type="title"/>
          </p:nvPr>
        </p:nvSpPr>
        <p:spPr/>
        <p:txBody>
          <a:bodyPr/>
          <a:lstStyle/>
          <a:p>
            <a:r>
              <a:rPr lang="en-US" dirty="0"/>
              <a:t>Working in </a:t>
            </a:r>
            <a:r>
              <a:rPr lang="en-US" dirty="0" err="1"/>
              <a:t>Colabs</a:t>
            </a:r>
            <a:endParaRPr lang="en-PK" dirty="0"/>
          </a:p>
        </p:txBody>
      </p:sp>
      <p:sp>
        <p:nvSpPr>
          <p:cNvPr id="3" name="Content Placeholder 2">
            <a:extLst>
              <a:ext uri="{FF2B5EF4-FFF2-40B4-BE49-F238E27FC236}">
                <a16:creationId xmlns:a16="http://schemas.microsoft.com/office/drawing/2014/main" id="{548C238E-BFE9-E41D-54B2-5D2A06B4742C}"/>
              </a:ext>
            </a:extLst>
          </p:cNvPr>
          <p:cNvSpPr>
            <a:spLocks noGrp="1"/>
          </p:cNvSpPr>
          <p:nvPr>
            <p:ph idx="1"/>
          </p:nvPr>
        </p:nvSpPr>
        <p:spPr/>
        <p:txBody>
          <a:bodyPr/>
          <a:lstStyle/>
          <a:p>
            <a:r>
              <a:rPr lang="en-PK" dirty="0"/>
              <a:t>Upload and read documents </a:t>
            </a:r>
            <a:endParaRPr lang="en-US" dirty="0"/>
          </a:p>
          <a:p>
            <a:r>
              <a:rPr lang="en-PK" dirty="0"/>
              <a:t>Convert text into small pieces </a:t>
            </a:r>
            <a:r>
              <a:rPr lang="en-US" dirty="0"/>
              <a:t>or chunks.(Document reader)</a:t>
            </a:r>
          </a:p>
          <a:p>
            <a:r>
              <a:rPr lang="en-PK" dirty="0"/>
              <a:t>Store them in a searchable format</a:t>
            </a:r>
            <a:endParaRPr lang="en-US" dirty="0"/>
          </a:p>
          <a:p>
            <a:r>
              <a:rPr lang="en-PK" dirty="0"/>
              <a:t> When a question comes, find matching text </a:t>
            </a:r>
            <a:endParaRPr lang="en-US" dirty="0"/>
          </a:p>
          <a:p>
            <a:r>
              <a:rPr lang="en-PK" dirty="0"/>
              <a:t>Use AI (Gemini) to generate final answer</a:t>
            </a:r>
            <a:endParaRPr lang="en-US" dirty="0"/>
          </a:p>
          <a:p>
            <a:pPr marL="0" indent="0">
              <a:buNone/>
            </a:pPr>
            <a:endParaRPr lang="en-US" dirty="0"/>
          </a:p>
          <a:p>
            <a:pPr marL="0" indent="0">
              <a:buNone/>
            </a:pPr>
            <a:r>
              <a:rPr lang="en-PK" dirty="0"/>
              <a:t>AI Research Assistant successfully performs automated document understanding and question answering using AI and workflow automation.</a:t>
            </a:r>
          </a:p>
        </p:txBody>
      </p:sp>
    </p:spTree>
    <p:extLst>
      <p:ext uri="{BB962C8B-B14F-4D97-AF65-F5344CB8AC3E}">
        <p14:creationId xmlns:p14="http://schemas.microsoft.com/office/powerpoint/2010/main" val="767984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EE18F-6FAE-BC93-2FE8-434995128241}"/>
              </a:ext>
            </a:extLst>
          </p:cNvPr>
          <p:cNvSpPr>
            <a:spLocks noGrp="1"/>
          </p:cNvSpPr>
          <p:nvPr>
            <p:ph type="title"/>
          </p:nvPr>
        </p:nvSpPr>
        <p:spPr/>
        <p:txBody>
          <a:bodyPr/>
          <a:lstStyle/>
          <a:p>
            <a:r>
              <a:rPr lang="en-US" dirty="0"/>
              <a:t>Technology used</a:t>
            </a:r>
            <a:endParaRPr lang="en-PK" dirty="0"/>
          </a:p>
        </p:txBody>
      </p:sp>
      <p:sp>
        <p:nvSpPr>
          <p:cNvPr id="3" name="Content Placeholder 2">
            <a:extLst>
              <a:ext uri="{FF2B5EF4-FFF2-40B4-BE49-F238E27FC236}">
                <a16:creationId xmlns:a16="http://schemas.microsoft.com/office/drawing/2014/main" id="{32A435FD-985B-B493-709C-050FE409AB86}"/>
              </a:ext>
            </a:extLst>
          </p:cNvPr>
          <p:cNvSpPr>
            <a:spLocks noGrp="1"/>
          </p:cNvSpPr>
          <p:nvPr>
            <p:ph idx="1"/>
          </p:nvPr>
        </p:nvSpPr>
        <p:spPr/>
        <p:txBody>
          <a:bodyPr/>
          <a:lstStyle/>
          <a:p>
            <a:r>
              <a:rPr lang="en-PK" dirty="0"/>
              <a:t>The system worked successfully after testing.</a:t>
            </a:r>
          </a:p>
          <a:p>
            <a:r>
              <a:rPr lang="en-PK" dirty="0"/>
              <a:t>It correctly understood user questions </a:t>
            </a:r>
          </a:p>
          <a:p>
            <a:r>
              <a:rPr lang="en-PK" dirty="0"/>
              <a:t>It read and processed documents properly </a:t>
            </a:r>
          </a:p>
          <a:p>
            <a:r>
              <a:rPr lang="en-PK" dirty="0"/>
              <a:t>It found relevant information from files </a:t>
            </a:r>
          </a:p>
          <a:p>
            <a:r>
              <a:rPr lang="en-PK" dirty="0"/>
              <a:t>It generated accurate and clear answers using AI </a:t>
            </a:r>
          </a:p>
          <a:p>
            <a:r>
              <a:rPr lang="en-PK" dirty="0"/>
              <a:t>n8n successfully automated the workflow </a:t>
            </a:r>
          </a:p>
          <a:p>
            <a:r>
              <a:rPr lang="en-PK" dirty="0"/>
              <a:t>The system responded quickly because only relevant data was used</a:t>
            </a:r>
          </a:p>
          <a:p>
            <a:pPr marL="0" indent="0">
              <a:buNone/>
            </a:pPr>
            <a:endParaRPr lang="en-PK" dirty="0"/>
          </a:p>
        </p:txBody>
      </p:sp>
    </p:spTree>
    <p:extLst>
      <p:ext uri="{BB962C8B-B14F-4D97-AF65-F5344CB8AC3E}">
        <p14:creationId xmlns:p14="http://schemas.microsoft.com/office/powerpoint/2010/main" val="3279483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249F1-CA1B-2A24-A8A6-0EDB9D1CAC64}"/>
              </a:ext>
            </a:extLst>
          </p:cNvPr>
          <p:cNvSpPr>
            <a:spLocks noGrp="1"/>
          </p:cNvSpPr>
          <p:nvPr>
            <p:ph type="title"/>
          </p:nvPr>
        </p:nvSpPr>
        <p:spPr/>
        <p:txBody>
          <a:bodyPr/>
          <a:lstStyle/>
          <a:p>
            <a:r>
              <a:rPr lang="en-US" dirty="0"/>
              <a:t>Dataset that was Used</a:t>
            </a:r>
            <a:endParaRPr lang="en-PK" dirty="0"/>
          </a:p>
        </p:txBody>
      </p:sp>
      <p:sp>
        <p:nvSpPr>
          <p:cNvPr id="3" name="Content Placeholder 2">
            <a:extLst>
              <a:ext uri="{FF2B5EF4-FFF2-40B4-BE49-F238E27FC236}">
                <a16:creationId xmlns:a16="http://schemas.microsoft.com/office/drawing/2014/main" id="{A7C3ADC9-BE76-DB4E-2BAE-5BF7E39B0F7C}"/>
              </a:ext>
            </a:extLst>
          </p:cNvPr>
          <p:cNvSpPr>
            <a:spLocks noGrp="1"/>
          </p:cNvSpPr>
          <p:nvPr>
            <p:ph idx="1"/>
          </p:nvPr>
        </p:nvSpPr>
        <p:spPr/>
        <p:txBody>
          <a:bodyPr/>
          <a:lstStyle/>
          <a:p>
            <a:r>
              <a:rPr lang="en-US" dirty="0"/>
              <a:t>4 to 5 </a:t>
            </a:r>
            <a:r>
              <a:rPr lang="en-PK" dirty="0"/>
              <a:t>Research papers PDF documents</a:t>
            </a:r>
            <a:r>
              <a:rPr lang="en-US" dirty="0"/>
              <a:t> of cybersecurity</a:t>
            </a:r>
          </a:p>
          <a:p>
            <a:r>
              <a:rPr lang="en-US" dirty="0"/>
              <a:t>PDF Documents</a:t>
            </a:r>
          </a:p>
          <a:p>
            <a:r>
              <a:rPr lang="en-US" dirty="0"/>
              <a:t>Text Files</a:t>
            </a:r>
          </a:p>
          <a:p>
            <a:pPr marL="0" indent="0">
              <a:buNone/>
            </a:pPr>
            <a:r>
              <a:rPr lang="en-US" dirty="0"/>
              <a:t>Used only as a source of knowledge for AI</a:t>
            </a:r>
          </a:p>
          <a:p>
            <a:pPr marL="0" indent="0">
              <a:buNone/>
            </a:pPr>
            <a:endParaRPr lang="en-PK" dirty="0"/>
          </a:p>
        </p:txBody>
      </p:sp>
    </p:spTree>
    <p:extLst>
      <p:ext uri="{BB962C8B-B14F-4D97-AF65-F5344CB8AC3E}">
        <p14:creationId xmlns:p14="http://schemas.microsoft.com/office/powerpoint/2010/main" val="694775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4CA25-30BB-FBC3-5C0A-12F3BB26C166}"/>
              </a:ext>
            </a:extLst>
          </p:cNvPr>
          <p:cNvSpPr>
            <a:spLocks noGrp="1"/>
          </p:cNvSpPr>
          <p:nvPr>
            <p:ph type="title"/>
          </p:nvPr>
        </p:nvSpPr>
        <p:spPr/>
        <p:txBody>
          <a:bodyPr/>
          <a:lstStyle/>
          <a:p>
            <a:r>
              <a:rPr lang="en-US" dirty="0"/>
              <a:t>Results</a:t>
            </a:r>
            <a:endParaRPr lang="en-PK" dirty="0"/>
          </a:p>
        </p:txBody>
      </p:sp>
      <p:sp>
        <p:nvSpPr>
          <p:cNvPr id="3" name="Content Placeholder 2">
            <a:extLst>
              <a:ext uri="{FF2B5EF4-FFF2-40B4-BE49-F238E27FC236}">
                <a16:creationId xmlns:a16="http://schemas.microsoft.com/office/drawing/2014/main" id="{8AAF6E08-EF50-635F-BDAE-C67B76A80DB8}"/>
              </a:ext>
            </a:extLst>
          </p:cNvPr>
          <p:cNvSpPr>
            <a:spLocks noGrp="1"/>
          </p:cNvSpPr>
          <p:nvPr>
            <p:ph idx="1"/>
          </p:nvPr>
        </p:nvSpPr>
        <p:spPr/>
        <p:txBody>
          <a:bodyPr/>
          <a:lstStyle/>
          <a:p>
            <a:r>
              <a:rPr lang="en-PK" dirty="0"/>
              <a:t>The system worked successfully after testing.</a:t>
            </a:r>
          </a:p>
          <a:p>
            <a:r>
              <a:rPr lang="en-PK" dirty="0"/>
              <a:t>It correctly understood user questions </a:t>
            </a:r>
          </a:p>
          <a:p>
            <a:r>
              <a:rPr lang="en-PK" dirty="0"/>
              <a:t>It read and processed documents properly </a:t>
            </a:r>
          </a:p>
          <a:p>
            <a:r>
              <a:rPr lang="en-PK" dirty="0"/>
              <a:t>It found relevant information from files </a:t>
            </a:r>
          </a:p>
          <a:p>
            <a:r>
              <a:rPr lang="en-PK" dirty="0"/>
              <a:t>It generated accurate and clear answers using AI </a:t>
            </a:r>
          </a:p>
          <a:p>
            <a:r>
              <a:rPr lang="en-PK" dirty="0"/>
              <a:t>n8n successfully automated the workflow </a:t>
            </a:r>
          </a:p>
          <a:p>
            <a:r>
              <a:rPr lang="en-PK" dirty="0"/>
              <a:t>The system responded quickly because only relevant data was used</a:t>
            </a:r>
          </a:p>
          <a:p>
            <a:pPr marL="0" indent="0">
              <a:buNone/>
            </a:pPr>
            <a:endParaRPr lang="en-PK" dirty="0"/>
          </a:p>
        </p:txBody>
      </p:sp>
    </p:spTree>
    <p:extLst>
      <p:ext uri="{BB962C8B-B14F-4D97-AF65-F5344CB8AC3E}">
        <p14:creationId xmlns:p14="http://schemas.microsoft.com/office/powerpoint/2010/main" val="1540205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DA15E-400C-C3DE-4FBC-F943A4FFC070}"/>
              </a:ext>
            </a:extLst>
          </p:cNvPr>
          <p:cNvSpPr>
            <a:spLocks noGrp="1"/>
          </p:cNvSpPr>
          <p:nvPr>
            <p:ph type="title"/>
          </p:nvPr>
        </p:nvSpPr>
        <p:spPr/>
        <p:txBody>
          <a:bodyPr/>
          <a:lstStyle/>
          <a:p>
            <a:r>
              <a:rPr lang="en-US" dirty="0"/>
              <a:t>Key Features and limitations of this AI Research </a:t>
            </a:r>
            <a:r>
              <a:rPr lang="en-US" dirty="0" err="1"/>
              <a:t>assisstant</a:t>
            </a:r>
            <a:endParaRPr lang="en-PK" dirty="0"/>
          </a:p>
        </p:txBody>
      </p:sp>
      <p:sp>
        <p:nvSpPr>
          <p:cNvPr id="3" name="Content Placeholder 2">
            <a:extLst>
              <a:ext uri="{FF2B5EF4-FFF2-40B4-BE49-F238E27FC236}">
                <a16:creationId xmlns:a16="http://schemas.microsoft.com/office/drawing/2014/main" id="{53E150B9-B803-0DF5-078E-55EC02C1B6C0}"/>
              </a:ext>
            </a:extLst>
          </p:cNvPr>
          <p:cNvSpPr>
            <a:spLocks noGrp="1"/>
          </p:cNvSpPr>
          <p:nvPr>
            <p:ph idx="1"/>
          </p:nvPr>
        </p:nvSpPr>
        <p:spPr/>
        <p:txBody>
          <a:bodyPr>
            <a:normAutofit fontScale="92500" lnSpcReduction="20000"/>
          </a:bodyPr>
          <a:lstStyle/>
          <a:p>
            <a:r>
              <a:rPr lang="en-PK" dirty="0"/>
              <a:t>Automatically reads documents </a:t>
            </a:r>
            <a:endParaRPr lang="en-US" dirty="0"/>
          </a:p>
          <a:p>
            <a:r>
              <a:rPr lang="en-PK" dirty="0"/>
              <a:t>Answers questions from files </a:t>
            </a:r>
            <a:endParaRPr lang="en-US" dirty="0"/>
          </a:p>
          <a:p>
            <a:r>
              <a:rPr lang="en-PK" dirty="0"/>
              <a:t>Uses AI to understand content </a:t>
            </a:r>
            <a:endParaRPr lang="en-US" dirty="0"/>
          </a:p>
          <a:p>
            <a:r>
              <a:rPr lang="en-PK" dirty="0"/>
              <a:t>Saves time in research work</a:t>
            </a:r>
            <a:endParaRPr lang="en-US" dirty="0"/>
          </a:p>
          <a:p>
            <a:endParaRPr lang="en-US" dirty="0"/>
          </a:p>
          <a:p>
            <a:r>
              <a:rPr lang="en-US" dirty="0"/>
              <a:t>Limitations:</a:t>
            </a:r>
          </a:p>
          <a:p>
            <a:pPr marL="0" indent="0">
              <a:buNone/>
            </a:pPr>
            <a:r>
              <a:rPr lang="en-PK" dirty="0"/>
              <a:t>Needs internet connection</a:t>
            </a:r>
            <a:endParaRPr lang="en-US" dirty="0"/>
          </a:p>
          <a:p>
            <a:pPr marL="0" indent="0">
              <a:buNone/>
            </a:pPr>
            <a:r>
              <a:rPr lang="en-PK" dirty="0"/>
              <a:t> Depends on Gemini API </a:t>
            </a:r>
            <a:endParaRPr lang="en-US" dirty="0"/>
          </a:p>
          <a:p>
            <a:pPr marL="0" indent="0">
              <a:buNone/>
            </a:pPr>
            <a:r>
              <a:rPr lang="en-PK" dirty="0"/>
              <a:t>Works best with good-quality documents </a:t>
            </a:r>
            <a:endParaRPr lang="en-US" dirty="0"/>
          </a:p>
          <a:p>
            <a:pPr marL="0" indent="0">
              <a:buNone/>
            </a:pPr>
            <a:r>
              <a:rPr lang="en-PK" dirty="0"/>
              <a:t>Free tools have usage limits</a:t>
            </a:r>
          </a:p>
        </p:txBody>
      </p:sp>
    </p:spTree>
    <p:extLst>
      <p:ext uri="{BB962C8B-B14F-4D97-AF65-F5344CB8AC3E}">
        <p14:creationId xmlns:p14="http://schemas.microsoft.com/office/powerpoint/2010/main" val="3775717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53D10-BDCE-4CE6-68BC-913B2EA5EDE5}"/>
              </a:ext>
            </a:extLst>
          </p:cNvPr>
          <p:cNvSpPr>
            <a:spLocks noGrp="1"/>
          </p:cNvSpPr>
          <p:nvPr>
            <p:ph type="title"/>
          </p:nvPr>
        </p:nvSpPr>
        <p:spPr/>
        <p:txBody>
          <a:bodyPr/>
          <a:lstStyle/>
          <a:p>
            <a:r>
              <a:rPr lang="en-US" dirty="0"/>
              <a:t>Conclusion</a:t>
            </a:r>
            <a:endParaRPr lang="en-PK" dirty="0"/>
          </a:p>
        </p:txBody>
      </p:sp>
      <p:sp>
        <p:nvSpPr>
          <p:cNvPr id="3" name="Content Placeholder 2">
            <a:extLst>
              <a:ext uri="{FF2B5EF4-FFF2-40B4-BE49-F238E27FC236}">
                <a16:creationId xmlns:a16="http://schemas.microsoft.com/office/drawing/2014/main" id="{0B6B0F86-3309-87DA-3907-203EBDEC5D4E}"/>
              </a:ext>
            </a:extLst>
          </p:cNvPr>
          <p:cNvSpPr>
            <a:spLocks noGrp="1"/>
          </p:cNvSpPr>
          <p:nvPr>
            <p:ph idx="1"/>
          </p:nvPr>
        </p:nvSpPr>
        <p:spPr/>
        <p:txBody>
          <a:bodyPr/>
          <a:lstStyle/>
          <a:p>
            <a:pPr marL="0" indent="0">
              <a:buNone/>
            </a:pPr>
            <a:r>
              <a:rPr lang="en-PK" dirty="0"/>
              <a:t>This project successfully builds an AI Research Assistant using n8n and Google </a:t>
            </a:r>
            <a:r>
              <a:rPr lang="en-PK" dirty="0" err="1"/>
              <a:t>Colab</a:t>
            </a:r>
            <a:r>
              <a:rPr lang="en-PK" dirty="0"/>
              <a:t>.</a:t>
            </a:r>
          </a:p>
        </p:txBody>
      </p:sp>
    </p:spTree>
    <p:extLst>
      <p:ext uri="{BB962C8B-B14F-4D97-AF65-F5344CB8AC3E}">
        <p14:creationId xmlns:p14="http://schemas.microsoft.com/office/powerpoint/2010/main" val="1000512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E6DC9-CB02-C645-5009-2048AA0D06F1}"/>
              </a:ext>
            </a:extLst>
          </p:cNvPr>
          <p:cNvSpPr>
            <a:spLocks noGrp="1"/>
          </p:cNvSpPr>
          <p:nvPr>
            <p:ph type="title"/>
          </p:nvPr>
        </p:nvSpPr>
        <p:spPr/>
        <p:txBody>
          <a:bodyPr/>
          <a:lstStyle/>
          <a:p>
            <a:r>
              <a:rPr lang="en-US" dirty="0"/>
              <a:t>Appendix pic 1 N8n automation</a:t>
            </a:r>
            <a:endParaRPr lang="en-PK" dirty="0"/>
          </a:p>
        </p:txBody>
      </p:sp>
      <p:pic>
        <p:nvPicPr>
          <p:cNvPr id="5" name="Content Placeholder 4">
            <a:extLst>
              <a:ext uri="{FF2B5EF4-FFF2-40B4-BE49-F238E27FC236}">
                <a16:creationId xmlns:a16="http://schemas.microsoft.com/office/drawing/2014/main" id="{80FAA834-FDBD-C151-EB3C-45A5AECE02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4440" y="1825625"/>
            <a:ext cx="9083120" cy="4351338"/>
          </a:xfrm>
          <a:prstGeom prst="rect">
            <a:avLst/>
          </a:prstGeom>
        </p:spPr>
      </p:pic>
    </p:spTree>
    <p:extLst>
      <p:ext uri="{BB962C8B-B14F-4D97-AF65-F5344CB8AC3E}">
        <p14:creationId xmlns:p14="http://schemas.microsoft.com/office/powerpoint/2010/main" val="9064126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610</Words>
  <Application>Microsoft Office PowerPoint</Application>
  <PresentationFormat>Widescreen</PresentationFormat>
  <Paragraphs>102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Agentic AI Research Assisstant</vt:lpstr>
      <vt:lpstr>Abstarct </vt:lpstr>
      <vt:lpstr>Problem Statement</vt:lpstr>
      <vt:lpstr>Objectives</vt:lpstr>
      <vt:lpstr>Architecture of the system</vt:lpstr>
      <vt:lpstr>Architecture of System</vt:lpstr>
      <vt:lpstr>Google colabs workflow</vt:lpstr>
      <vt:lpstr>Work flow of Google Colabs</vt:lpstr>
      <vt:lpstr>How N8N system Works </vt:lpstr>
      <vt:lpstr>Workings of N8N Automation</vt:lpstr>
      <vt:lpstr>Working in Colabs</vt:lpstr>
      <vt:lpstr>Technology used</vt:lpstr>
      <vt:lpstr>Dataset that was Used</vt:lpstr>
      <vt:lpstr>Results</vt:lpstr>
      <vt:lpstr>Key Features and limitations of this AI Research assisstant</vt:lpstr>
      <vt:lpstr>Conclusion</vt:lpstr>
      <vt:lpstr>Appendix pic 1 N8n automation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uzair masood</dc:creator>
  <cp:lastModifiedBy>uzair masood</cp:lastModifiedBy>
  <cp:revision>1</cp:revision>
  <dcterms:created xsi:type="dcterms:W3CDTF">2026-06-07T14:26:00Z</dcterms:created>
  <dcterms:modified xsi:type="dcterms:W3CDTF">2026-06-21T14:31:38Z</dcterms:modified>
</cp:coreProperties>
</file>